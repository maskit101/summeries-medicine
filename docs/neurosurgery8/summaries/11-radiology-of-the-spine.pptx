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מהדורה 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11: רדיולוגיה של עמוד השדרה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 of the Spine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איזה שינוי end plate (Modic) מתאפיין ב-T1 כהה וב-T2 בהיר, ומקושר ביותר לכאב גב פעיל?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אף אחד - Modic אינו קשור לכאב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Type 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I: T1 הפו, T2 היפר - בצקת/רקמה פיברו-וסקולרית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II: T1 היפר - שומן מח עצם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III: כהה בכל הרצפים - טרשת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הוא הדינמי והקשור ביותר לכאב, ועלול להפוך ל-II. II ו-III יציבים יותר.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שינויי Modic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שינויי אות במח עצם בשולי end plate ליד דיסק מנוון.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Type I מתאדר?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מרחבי החוט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במיאלוגרפיה: חוט שדרה נדחק הצידה עם 'כיפה' של ניגוד מעל המסה. באיזה מרחב נמצא הנגע?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חוץ-דורלי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תוך-דורלי חוץ-שדרתי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תוך-שדרתי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אפשרות לדעת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מרחבי החוט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תוך-דורלי חוץ-שדרתי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חוץ-דורלי: חסימה קעורה פנימה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ID-EM: חוט נדחק הצידה, כיפה של ניגוד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IM: חוט מורחב, ניגוד מתפצל סביבו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מסה בתוך הדורה אך מחוץ לחוט (מנינגיומה/שוונומה) דוחפת את החוט ויוצרת 'כיפה'.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Myelographic block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עצירת הניגוד מעל נגע; דורשת דקירת C1-C2.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דוחפים את החוט הצידה?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בקע דיסק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מהו בקע שבו חומר הדיסק חורג מעבר לבסיס ויש 'צוואר' צר?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Protrusion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Schmorl node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בקע דיסק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Extrusion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Protrusion: בסיס רחב מהמרחק המרבי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Extrusion: צוואר צר, עלול לנדוד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Schmorl: בקע תוך-גופי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Extrusion = החומר רחב יותר מהבסיס; פרגמנט נפרד = sequestration.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Extrusion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בקע עם צוואר צר מהחומר שיצא.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זה חשוב?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גרורות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בגבר בן 55: מח עצם גוף חולייה כהה מהדיסק הסמוך ב-T1. מה המשמעות?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תקין לגיל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 II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זיהום בהכרח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חשד להחלפה גידולית של מח עצם (גרורה)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גרורות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חשד להחלפה גידולית של מח עצם (גרורה)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בבוגר תקין: מח עצם בהיר מהדיסק ב-T1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היפוך אחרי גיל 40 = מדאיג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מזהה לחץ על החוט ב-95%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 עצם תקין מכיל שומן והוא בהיר ב-T1; חדירה גידולית מחליפה אותו.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T1 marrow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 עצם תקין בבוגר בהיר מהדיסק.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גרורה כהה ב-T1?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חולה עם חום וכאב גב; MRI: איבוד הגבול בין דיסק לחוליה ב-T1, דיסק בהיר ב-T2 עם האדרה פריפרית. אבחנה?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דיסק ניווני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גרורה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אוסטאומיאליטיס/דיסקיטיס חולייתי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 III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אוסטאומיאליטיס/דיסקיטיס חולייתי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רגישות 96%, ספציפיות 92%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דיסק בהיר ב-T2 + האדרה = זיהום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= ניוון, לא זיהום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דיסק מעורב ושינוי end plate מצביעים על זיהום ולא על ניוון או גרורה (שבה הדיסק נשמר).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Spondylodiscitis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זיהום דיסק וחוליות סמוכות.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הדיסק נשמר בגרורה?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ווסקולרי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מלפורמציה ווסקולרית ספינלית שכיחה ביותר, וכיצד נקבע הסיווג?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AVM תוך-שדרתי; לפי MRI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SDAVF; אנגיוגרפיה צנתרית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קברנומה; CT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AVF פרימדולרי; US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ווסקולרי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SDAVF; אנגיוגרפיה צנתרית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SDAVF עד 80%; גברים עשור 4-5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בצקת T2 + flow voids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 = אנגיו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מסנן ואינו מסווג; האנגיוגרפיה מגדירה את ה-feeder והניקוז.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SDAVF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פיסטולה דורלית שמנקזת לוורידי pial.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בצקת בחוט?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מודאליות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הבדיקה המועדפת לסקר טראומה חריפה של העמוד?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רדיוגרפיה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מודאליות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CT: עצם, מהיר, חלופה כש-MRI אסור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חוט וליגמנטים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לדיסקציה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מעולה לעצם ולמהירות; MRI משלים להערכת חוט.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DECT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בשני אנרגיות להפחתת ארטיפקט מתכת.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CT?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בקע דיסק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8 מתוך 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אחוז האנשים ללא תסמינים שיש להם ממצאי דיסק ב-MRI, ומה קצב הפתרון של בקעים?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1%-2%; לא נפתרים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50%; נפתרים ב-1 שבוע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5%; ב-24 שעות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20%-28%; שליש ב-6 שבועות ושני שלישים ב-6 חודשים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בקע דיסק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ד) 20%-28%; שליש ב-6 שבועות ושני שלישים ב-6 חודשים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B85042">
              <a:alpha val="12000"/>
            </a:srgbClr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20%-28% אסימפטומטיים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שליש נפתרים ב-6 שבועות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שלישים ב-6 חודשים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לכן מתאימים תמונה לקליניקה.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דגלים אדומים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חולשה מתקדמת, cauda equina, חום, סרטן, טראומה.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לא למהר לדמות?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Modic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plate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myelography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ID-EM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meniscus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extrusion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protrusion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metastasis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marrow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osteomyelitis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2026-10-07T20:38:49Z</dcterms:created>
  <dcterms:modified xsi:type="dcterms:W3CDTF">2026-10-07T20:38:49Z</dcterms:modified>
</cp:coreProperties>
</file>