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מהדורה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5: רפואה מדויקת בנוירוכירורגיה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in Neurosurgery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עקרונות רפואה מדויקת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השרשרת המרכזית של רפואה מדויקת בנוירוכירורגיה, כפי שהפרק מתאר אותה?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בלבד ללא צורך בהדמיה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דגימה בודדת ואז טיפול קבוע לצמיתות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דגימה → ריצוף וניתוח מולקולרי → פענוח ביולוגי → פעולה קלינית, וחוזר חלילה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קליני בלבד ללא בדיקות מעבדה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עקרונות רפואה מדויקת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דגימה → ריצוף וניתוח מולקולרי → פענוח ביולוגי → פעולה קלינית, וחוזר חלילה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דגימה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ריצוף וניתוח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פעולה קלינית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הפרק מתאר מעגל חוזר של דגימה, ריצוף/ניתוח מולקולרי, פענוח ביולוגי ופעולה קלינית - שחוזר על עצמו כי הגידול ממשיך להתפתח.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מעגל הרפואה המדויקת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דגימה → ריצוף → פענוח → פעולה קלינית, במעגל חוזר לאורך זמן.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בלש שחוזר לזירת הפשע שוב ושוב כי המצב משתנה - כך גם הרופא חוזר לדגום ולפענח כי הגידול מתפתח.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קורה אם מדלגים על שלב הדגימה החוזרת?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ריצוף גנטי (NGS)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הוביל לירידה של כ-50,000 מונה במחיר ריצוף הגנום, ומה עיקרון הפעולה של NGS?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גילוי ה-DNA בשנות ה-50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המצאת ריצוף מהדור החדש (NGS) - ריצוף מקבילי מסיבי של קטעים קצרים עם הגברת PCR ויישור לגנום ייחוס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המצאת המיקרוסקופ האלקטרוני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פיתוח ה-CT הראשון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ריצוף גנטי (NGS)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המצאת ריצוף מהדור החדש (NGS) - ריצוף מקבילי מסיבי של קטעים קצרים עם הגברת PCR ויישור לגנום ייחוס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ריצוף מקבילי מסיבי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ירידת מחיר x50,000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NGS (massively parallel sequencing) מרצף מיליוני קטעי DNA קצרים במקביל בעזרת הגברת PCR, ואז מיישר אותם לגנום ייחוס - זו ההמצאה שהובילה לירידת המחיר הדרמטית.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NGS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ריצוף מקבילי מסיבי (massively parallel sequencing) של קטעי DNA קצרים.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להעתיק ספר שלם על ידי אלפי אנשים שכל אחד מעתיק עמוד אחד במקביל, ואז מרכיבים הכל יחד - הרבה יותר מהיר מהעתקה של אדם אחד.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חשוב קלינית שהמחיר ירד כל כך?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אסטרטגיות ניסויים קליניים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ההבדל בין ניסוי umbrella לניסוי basket ברפואה מדויקת אונקולוגית?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שניהם זהים לחלוטין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לילדים בלבד, basket למבוגרים בלבד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בודק תרופה אחת על כל סוגי הגידולים, basket בודק כמה תרופות בגידול אחד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בודק מספר תרופות ממוקדות בתוך סוג גידול אחד; basket בודק תרופה אחת נגד שינוי גנטי ספציפי על פני סוגי גידולים שונים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אסטרטגיות ניסויים קליניים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Umbrella בודק מספר תרופות ממוקדות בתוך סוג גידול אחד; basket בודק תרופה אחת נגד שינוי גנטי ספציפי על פני סוגי גידולים שונים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NCI-MATCH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ניסויי umbrella בודקים כמה תרופות ממוקדות בתוך אוכלוסיה עם אותו סוג גידול (למשל NCI-MATCH), וניסויי basket בודקים תרופה בודדת מול שינוי גנטי ספציפי (כמו היתוך TRK) על פני סוגי גידולים שונים.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Umbrella / Basket trial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= כמה תרופות בגידול אחד; Basket = תרופה אחת בכמה גידולים לפי שינוי גנטי משותף.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כמו מטריה אחת (סוג גידול אחד) שמתחתיה כמה אנשים (תרופות) שונים; Basket כמו סל אחד (תרופה אחת) שאוסף לתוכו פירות שונים (גידולים) שיש להם תכונה משותפת (מוטציה).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צריך שתי גישות שונות?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ננו-חלקיקים ו-BBB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אפקט ה-EPR (enhanced permeability and retention) לרוב אינו מספיק לבדו למשלוח תרופתי אפקטיבי באמצעות ננו-חלקיקים?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מנגנון פסיבי בלבד המבוסס על וסקולטורה דולפת, ולרוב נדרש מיקוד אקטיבי נוסף (ליגנד-קולטן) לספיגה תוך-תאית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פועל רק בכבד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דורש ניתוח פתוח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רלוונטי רק לגידולי עמוד שדרה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ננו-חלקיקים ו-BBB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הוא מנגנון פסיבי בלבד המבוסס על וסקולטורה דולפת, ולרוב נדרש מיקוד אקטיבי נוסף (ליגנד-קולטן) לספיגה תוך-תאית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מיקוד אקטיבי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וסקולטורה דולפת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EPR הוא מנגנון פסיבי - הצטברות מולקולות גדולות בגידול עקב וסקולטורה חריגה וניקוז לימפטי מופחת - אך בדרך כלל נדרש מיקוד אקטיבי נוסף (ליגנד הנקשר לקולטן ספציפי) כדי להשיג ספיגה תוך-תאית אפקטיבית.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EPR effect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הצטברות פסיבית של מולקולות גדולות בגידול עקב וסקולטורה לא תקינה - לרוב אינה מספיקה לבדה.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חבילת דואר שמגיעה לרחוב הנכון (EPR) אבל עדיין צריכה כתובת מדויקת בבית הנכון (מיקוד אקטיבי) כדי להגיע ליעד האמיתי.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הדוגמה מהפרק למיקוד אקטיבי כזה?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הדרכה תוך-ניתוחית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העיקרון מאחורי כירורגיה היברידית אדפטיבית (AHS) בשוואנומה וסטיבולרית גדולה מ-3 ס"מ?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כריתה מלאה בכל מקרה, ללא קשר לגודל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הימנעות מניתוח לחלוטין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בלעדי ב-iMRI ללא כל כריתה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כריתה תת-שלמה מתוכננת מראש שמאזנת בין מקסום כריתה לשימור מטרה קטנה ובטוחה לרדיוכירורגיה, כדי לשמר תפקוד עצב פנים ושמיעה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הדרכה תוך-ניתוחית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כריתה תת-שלמה מתוכננת מראש שמאזנת בין מקסום כריתה לשימור מטרה קטנה ובטוחה לרדיוכירורגיה, כדי לשמר תפקוד עצב פנים ושמיעה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כריתה תת-שלמה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שימור עצב פנים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AHS היא כריתה תת-שלמה מתוכננת מראש שמאזנת בין כריתה מקסימלית לבין השארת מטרה קטנה ובטוחה יותר לרדיוכירורגיה סטריאוטקטית, במטרה לשמר תפקוד עצב הפנים והשמיעה בגידולים גדולים מדי לרדיוכירורגיה בלבד.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Adaptive Hybrid Surgery (AHS)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כריתה חלקית מתוכננת + השלמה ברדיוכירורגיה, לשימור תפקוד עצבי.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לגזום עץ גדול בהדרגה במקום לעקור אותו בבת אחת - שומרים על מה שחשוב (השורשים/העצבים) תוך טיפול הדרגתי בשאר.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מתי משתמשים ב-AHS במקום כריתה מלאה?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תת-התמחויות: פונקציונלית ואפילפסיה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"מיקוד קונקטום" (connectome targeting) בניתוחי DBS, לפי הפרק?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מיקוד המבוסס אך ורק על אנטומיה חיצונית של הגולגולת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נורמליזציה של מוח המטופל למוח ממוצע, המאפשרת מיקום אלקטרודה מדויק והערכת נפח הרקמה המופעלת כדי למקד רשתות תפקודיות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שיטה לזיהוי גידולים ולא הפרעות תנועה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טכניקה שאינה דורשת הדמיה כלל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תת-התמחויות: פונקציונלית ואפילפסיה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שיטה לזיהוי גידולים ולא הפרעות תנועה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Connectome targeting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נורמליזציה למוח ממוצע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תחת מיקוד קונקטום, מנרמלים את מוח המטופל הבודד למוח ממוצע, מה שמאפשר מיקום אלקטרודה מדויק והערכת נפח הרקמה המופעלת (VTA) כדי למקד במדויק רשתות תפקודיות ולהימנע מתופעות לוואי.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Connectome targeting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מיקוד DBS המבוסס על רשתות מוחיות (white matter tracts) ולא רק גרעינים בודדים, עם נורמליזציה למוח ממוצע.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GPS שמנרמל כל עיר למפה סטנדרטית כדי למצוא את הכביש המדויק - כך מנרמלים מוח פרטני למפה ממוצעת כדי למצוא בדיוק את הרשת התפקודית הנכונה.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חשוב מעבר למיקוד גרעינים בודדים?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יישומים בכלי דם מוחיים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כיצד שינה עדכון קווי ההנחיה של ה-AHA משנת 2018 את חלון הזמן לטיפול בשבץ איסכמי?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ביטל לחלוטין את חלון הזמן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המליץ על רה-פרפוזיה עד 24 שעות מתחילת התסמינים, בהתבסס על ממצאי הדמיה (כמו CT perfusion) ולא רק שעון קבוע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קיצר את החלון ל-30 דקות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המליץ להימנע מרה-פרפוזיה לחלוטין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יישומים בכלי דם מוחיים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המליץ על רה-פרפוזיה עד 24 שעות מתחילת התסמינים, בהתבסס על ממצאי הדמיה (כמו CT perfusion) ולא רק שעון קבוע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2018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perfusion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 24 שעות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עדכון 2018 של ה-AHA המליץ על רה-פרפוזיה עד 24 שעות מתחילת התסמינים בהתבסס על ממצאי הדמיה (כמו CT perfusion) שמזהים אילו מטופלים עדיין עשויים להרוויח - מעבר לחלון הקשיח הישן של 4.5 שעות לתרומבוליזה תוך-ורידית.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רה-פרפוזיה מונחית הדמיה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החלטת טיפול בשבץ המבוססת על פרופיל הדמיה אינדיבידואלי ולא על שעון קבוע בלבד.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לקבוע האם מסעדה עדיין פתוחה לא לפי השעה הקבועה על השלט, אלא לפי אם האורות עדיין דולקים בפועל - כך גם מחליטים על טיפול לפי מצב הרקמה בפועל (הדמיה) ולא רק שעון.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קריטי מבחינת רפואה מדויקת?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קליני פדיאטרי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במחקר PEDS-MIONCOSEQ, מה קרה לרוב הממצאים ה"ניתנים לפעולה" שזוהו אצל המטופלים הפדיאטריים?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חלק מהם יושמו בפועל (שינוי טיפול / ייעוץ גנטי), בשל גורמים כמו הפוגת המחלה, שיקול דעת קליני, נגישות תרופתית, העדפת משפחה ותזמון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כולם יושמו באופן אוטומטי ללא יוצא מן הכלל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אף אחד מהם לא יושם בגלל בעיות אתיות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כולם הובילו לניתוח חוזר מיידי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קליני פדיאטרי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רק חלק מהם יושמו בפועל (שינוי טיפול / ייעוץ גנטי), בשל גורמים כמו הפוגת המחלה, שיקול דעת קליני, נגישות תרופתית, העדפת משפחה ותזמון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PEDS-MIONCOSEQ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45309">
              <a:alpha val="1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ממצאים מתוך 91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יישום חלקי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מתוך 91 מטופלים שהסכימו לקבל ממצאים אקראיים, 42 ממצאים ניתנים לפעולה זוהו, שהובילו לשינוי טיפול ב-14 מטופלים וייעוץ גנטי ב-9 (ואחד קיבל את שניהם) - כלומר לא כל הממצאים תורגמו לפעולה, בשל גורמים קליניים ומשפחתיים שונים.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PEDS-MIONCOSEQ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ריצוף פדיאטרי (2012) שהדגים זיהוי ממצאים ניתנים לפעולה - אך לא כולם יושמו בפועל.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רשימת קניות שבה מוצאים 42 מבצעים טובים בסופר, אבל בפועל רק חלק נרכשים - כי חלק כבר לא נחוצים, חלק לא זמינים, וחלק פשוט מחליטים לדלג עליהם.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זה מלמד על יישום רפואה מדויקת בפועל?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רפואה מדויקת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דגימה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פעולה קלינית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ריצוף גנום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sequencing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trial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trial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NCI-MATCH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larotrectinib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2026-09-19T23:18:58Z</dcterms:created>
  <dcterms:modified xsi:type="dcterms:W3CDTF">2026-09-19T23:18:58Z</dcterms:modified>
</cp:coreProperties>
</file>