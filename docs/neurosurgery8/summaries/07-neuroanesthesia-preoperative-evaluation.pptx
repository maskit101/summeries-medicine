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מהדורה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7: נוירואנסתזיה - הערכה טרום-ניתוחית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Neuroanesthesia - Preoperative Evaluation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ASA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ASA של המטופל לפני ניתוח תוך-גולגולתי הוא 4 (מחלה סיסטמית חמורה המהווה איום מתמיד על החיים). מה נכון לגבי משמעות הסיווג?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כולל בתוכו גם את סיכון הניתוח עצמו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מתאם עם תחלואה ותמותה פריאופרטיבית, ו-ASA 3-5 מנבא באופן עצמאי סיבוכים לבביים בניתוחים תוך-גולגולתיים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נועד בעיקר לניבוי תוצאה כירורגית ולא רפואית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לו כל שימוש קליני מוכח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ASA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הוא נועד בעיקר לניבוי תוצאה כירורגית ולא רפואית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ASA מודד מחלה בסיסית, לא סיכון ניתוחי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3-5 = מנבא עצמאי לסיבוכי לב ותמותה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סיווג ASA אינו לוקח בחשבון את סיכון הניתוח עצמו ואינו מיועד בעיקרו לניבוי תוצאה, אך הוא מתאם עם תחלואה ותמותה פריאופרטיבית - ובאופן ספציפי, ASA 3-5 הוא מנבא עצמאי לסיבוכים קרדיווסקולריים פריאופרטיביים בניתוחים תוך-גולגולתיים וגם גורם סיכון לתמותה פריאופרטיבית.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ASA Physical Status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בין-לאומי (1-6) של מצב רפואי בסיסי של המטופל, ללא קשר לסוג הניתוח.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תג צבע על יד המטופל - כחול (בריא), צהוב (מחלה בינונית), אדום (מחלה חמורה) - שמסמן לצוות כמה תשומת לב הוא צריך, בלי קשר לניתוח עצמו.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סיווג שלא מודד את הניתוח עצמו בכל זאת מנבא סיבוכים ניתוחיים?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 סיכון לבבי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מהם ששת הגורמים המרכיבים את מדד הסיכון הלבבי המתוקן (RCRI), ומה משמעות ניקוד של 3 ומעלה?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גיל, מין, BMI, עישון, סוכרת, יתר לחץ דם - ניקוד 3+ = סיכון נמוך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בסיכון גבוה, מחלת לב איסכמית, אי-ספיקת לב, מחלה צרברווסקולרית, טיפול באינסולין, קריאטינין&gt;2.0 - ניקוד 3+ = תחלואה לבבית של 11%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גורמים הדמייתיים (CT/MRI) - אין קשר לניקוד מספרי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משקל, גובה, לחץ דם בלבד - ניקוד 3+ = חובה לבטל ניתוח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 סיכון לבבי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ניתוח בסיכון גבוה, מחלת לב איסכמית, אי-ספיקת לב, מחלה צרברווסקולרית, טיפול באינסולין, קריאטינין&gt;2.0 - ניקוד 3+ = תחלואה לבבית של 11%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גורמים: ניתוח גבוה-סיכון, IHD, CHF, CVD, אינסולין, קריאטינין&gt;2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גורמים = תחלואה לבבית 11%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RCRI כולל שישה גורמים ספציפיים - נוכחות שלושה מהם ומעלה קשורה לתחלואה לבבית של 11%. זהו כלי כימות מספרי שמאפשר להעריך אובייקטיבית את הצורך בהערכה קרדיולוגית נוספת לפני הניתוח.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RCRI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Cardiac Risk Index - כלי המשלב שישה גורמי סיכון קליניים לחיזוי סיבוכים לבביים פריאופרטיביים.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מאזניים עם שישה משקולות אפשריות - כל גורם סיכון מוסיף משקולת אחת; ברגע שיש שלוש משקולות ומעלה, המאזניים 'מצלצלות אזעקה'.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לכמת סיכון לבבי במספר ולא רק ב'הרגשת בטן' קלינית?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יכולת תפקודית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אינו מסוגל לעלות קומת מדרגות ללא עצירה. מה המשמעות מבחינת METs, ומה ההשלכה הקלינית?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יכולת תפקודית של 10 METs - בטוח להמשיך לניתוח ללא הערכה נוספת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קשר בין עליית מדרגות ל-METs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יכולת תפקודית מעל 4 METs - אין צורך בבדיקות נוספות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יכולת תפקודית מתחת ל-4 METs - מנבא סיכון מוגבר לסיבוכים לבביים פריאופרטיביים וארוכי-טווח, ועשוי לחייב בדיקות נוספות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יכולת תפקודית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יכולת תפקודית מתחת ל-4 METs - מנבא סיכון מוגבר לסיבוכים לבביים פריאופרטיביים וארוכי-טווח, ועשוי לחייב בדיקות נוספות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עליית מדרגות = פעילות מעל 4 METs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אי-יכולת = תחת 4 METs = סיכון מוגבר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עליית קומת מדרגות מוגדרת כפעילות מעל 4 METs. מטופל שאינו מסוגל לבצע זאת נמצא ביכולת תפקודית נמוכה מ-4 METs, שהיא מנבא עצמאי לסיבוכים לבביים פריאופרטיביים וארוכי-טווח - ולפי האלגוריתם של ACC/AHA, מטופל כזה עשוי להזדקק להערכה נוספת (למשל בדיקת מאמץ) לפני ניתוח אלקטיבי בסיכון מוגבר.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METs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Equivalents - יחידת מדידה של יכולת תפקודית; 4 METs = עליית קומת מדרגות, הליכה במהירות 4 מייל/שעה, עבודה מאומצת סביב הבית.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מד-דלק ליכולת הלב: פעילויות יומיומיות פשוטות (הליכה איטית) הן טנק כמעט ריק (1-2 METs), ואילו עליית מדרגות בלי הפסקה היא טנק מלא יותר (4+ METs) - מנתח רוצה לדעת אם יש 'דלק' מספיק להתמודד עם לחץ הניתוח.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יכולת תפקודית נחשבת מדד אמין יותר מבדיקות מעבדה בודדות?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שבריריות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מהם חמשת הקריטריונים של פנוטיפ Fried להערכת שבריריות, ומה ציון 4-5 מסמן?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במשקל, חולשת אחיזה, תשישות, הליכה איטית, פעילות גופנית נמוכה - ציון 4-5 = שביר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ASA class - ציון 4-5 = ASA 4-5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גיל כרונולוגי - ציון 4-5 = מעל גיל 45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תפקוד קוגניטיבי - ציון 4-5 = MoCA תקין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שבריריות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ירידה במשקל, חולשת אחיזה, תשישות, הליכה איטית, פעילות גופנית נמוכה - ציון 4-5 = שביר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קריטריונים פיזיים - לא תלויי גיל כרונולוגי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= שביר, 2-3 = שביר בינוני, 0-1 = לא שביר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פנוטיפ Fried מבוסס על חמישה קריטריונים פיזיים בלבד - ירידה במשקל לא מכוונת, חולשת אחיזת יד, תשישות, הליכה איטית ופעילות גופנית נמוכה. שבריריות מוגדרת כתלויה ברזרבה הפיזיולוגית ולא בגיל הכרונולוגי בלבד - ולכן מטופל צעיר עם מחלה קשה יכול להיות שביר, ומטופל מבוגר בריא יכול שלא להיות שביר.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Frailty (Fried Phenotype)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ברזרבה הפיזיולוגית שפוגעת ביכולת ההתאוששות ממחלה או ניתוח, נמדדת בחמישה קריטריונים פיזיים.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סוללה נטענת: שבריריות היא לא כמה שנים הסוללה קיימת (גיל), אלא כמה 'מטען שמור' באמת נשאר בה כרגע - חמישה מדדים (משקל, אחיזה, תשישות, הליכה, פעילות) בודקים את המטען בפועל.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שבריריות עשויה לנבא תוצאות ניתוחיות טוב יותר מסיווג ASA לבדו?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אנטיקואגולציה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נוטל דביגטרן ומתוכנן לניתוח תוך-גולגולתי אלקטיבי. פינוי הקריאטינין שלו הוא 40 מ"ל/דקה. מתי יש להפסיק את התרופה?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צורך להפסיק כלל בניתוח תוך-גולגולתי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שעות בלבד, ללא תלות בתפקוד כלייתי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לפחות 96 שעות (חלק מהקווים המנחים ממליצים 120 שעות), כי פינוי כלייתי ירוד מאריך את זמן הפעולה של דביגטרן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שעות בלבד, זהה למעכבי Xa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אנטיקואגולציה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לפחות 96 שעות (חלק מהקווים המנחים ממליצים 120 שעות), כי פינוי כלייתי ירוד מאריך את זמן הפעולה של דביגטרן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דביגטרן מושפע יותר מתפקוד כלייתי ממעכבי Xa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פינוי&lt;50 מ"ל/דק' → לפחות 96 שעות הפסקה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דביגטרן מושפע בצורה משמעותית יותר מפגיעה כלייתית בהשוואה למעכבי פקטור Xa הישירים. כל הקווים המנחים ממליצים על הפסקת דביגטרן לפחות 96 שעות לפני ניתוח אלקטיבי כאשר פינוי הקריאטינין נמוך מ-50 מ"ל/דקה - וקבוצת העבודה הצרפתית ממליצה אף על 120 שעות. זה שונה ממעכבי Xa (אפיקסבן/ריברוקסבן) שדורשים הפסקה קצרה יותר (48-72 שעות) ללא תלות משמעותית בתפקוד כלייתי.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DOACs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נוגדי קרישה ישירים דרך הפה - דביגטרן (מעכב תרומבין) ומעכבי פקטור Xa (אפיקסבן, ריברוקסבן, אדוקסבן).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שני סוגי סוללות: אחת (מעכבי Xa) שנפרקת בקצב קבוע בלי קשר לאיך שומרים אותה, והשנייה (דביגטרן) שנפרקת הרבה יותר לאט אם 'מנגנון הניקוז' (הכליות) לא עובד טוב - ולכן צריך לחכות הרבה יותר עד שהיא באמת ריקה.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בניתוח תוך-גולגולתי הזהירות בהפסקת נוגד קרישה גדולה יותר מבניתוחים אחרים?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סולמות SAH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ההבדל המהותי בין סולם Fisher לבין סולמות Hunt-Hess ו-WFNS בדירוג דימום תת-עכבישי?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 - שלושתם מודדים בדיוק אותו דבר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מבוסס על GCS, בעוד Hunt-Hess מבוסס על 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WFNS הוא הסולם הישן ביותר מבין השלושה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מדרג ממצאי הדמיית CT (כמות והתפלגות דם) - ומנבא בעיקר סיכון לוזוספזם, בעוד Hunt-Hess ו-WFNS הם סולמות קליניים המבוססים על מצב הכרה וחסר נוירולוגי ומנבאים תחלואה/תמותה כללית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סולמות SAH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Fisher מדרג ממצאי הדמיית CT (כמות והתפלגות דם) - ומנבא בעיקר סיכון לוזוספזם, בעוד Hunt-Hess ו-WFNS הם סולמות קליניים המבוססים על מצב הכרה וחסר נוירולוגי ומנבאים תחלואה/תמותה כללית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= הדמייתי (CT) → מנבא וזוספזם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Hunt-Hess / WFNS = קליני → מנבא תמותה/תחלואה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Fisher הוא הסולם ההדמייתי היחיד מבין השלושה - הוא מדרג את כמות והתפלגות הדם בצילום CT, ומשמש בעיקר לניבוי סיכון לוזוספזם מוחי מאוחר. Hunt-Hess ו-WFNS הם שניהם סולמות קליניים (מבוססי בדיקה גופנית ומצב הכרה) שמנבאים בעיקר תמותה ותחלואה כללית - כאשר WFNS מבוסס באופן אובייקטיבי יותר על ציון GCS סטנדרטי, בעוד Hunt-Hess מבוסס על תיאור קליני איכותני.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סולמות SAH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Hunt-Hess (קליני), WFNS (GCS-מבוסס), Fisher (הדמייתי-CT) - שלושה כלים משלימים לדירוג חומרת דימום תת-עכבישי.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שלושה בוחנים שונים בודקים את אותו תאונת דרכים: אחד מסתכל על המטופל (Hunt-Hess הקליני), השני בודק תסקיר תקן קבוע (WFNS ה-GCS), והשלישי בוחן רק את תמונת הרנטגן של הזירה עצמה (Fisher ה-CT) - כל אחד מודד היבט שונה של אותו אירוע.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צריך שלושה סולמות שונים ולא מסתפקים באחד?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אמבולטורי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מהגורמים הבאים נחשבים התווית נגד לניתוח נוירוכירורגי אמבולטורי (Same-day)?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מתחת ל-25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מעל 50 ק"ג/מ"ר, התקפים לא-נשלטים, מצב נוירולוגי טרום-ניתוחי ירוד, או חוסר מטפל מהימן בבית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 מעל 40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מטופל שאינו מעשן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אמבולטורי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BMI מעל 50 ק"ג/מ"ר, התקפים לא-נשלטים, מצב נוירולוגי טרום-ניתוחי ירוד, או חוסר מטפל מהימן בבית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BMI&gt;50, התקפים לא-נשלטים, מצב נוירולוגי ירוד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חוסר מטפל מהימן בבית - גם התווית נגד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הפרק מציין ש-BMI מעל 50 ק"ג/מ"ר נחשב בדרך כלל לרמת סיכון לא-מקובלת לניתוח אמבולטורי. גורמים נוספים הפוסלים כוללים דרכי אוויר קשות צפויות, מחלת לב-ריאה משמעותית, דום נשימה בשינה, התקפים לא-נשלטים, מצב נוירולוגי או קוגניטיבי טרום-ניתוחי ירוד, אי-יציבות פסיכולוגית, וחוסר מטפל מהימן לשחרור מוקדם ובטוח.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ניתוח אמבולטורי (Same-day)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נוירוכירורגי שבו המטופל משתחרר מהאשפוז באותו היום הקלנדרי (אשפוז &lt;24 שעות).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צ'ק-ליסט של טיסה לפני המראה: כל אחד מהגורמים הללו (משקל, נשימה, דרכי אוויר, מצב נוירולוגי, תמיכה בבית) הוא 'תנאי מזג אוויר' שצריך להיות תקין כדי לאשר את ה'טיסה' הקצרה הביתה עוד באותו יום.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חוסר מטפל מהימן בבית נחשב התווית נגד רפואית, לא רק לוגיסטית?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 physical status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תחלואה פריאופרטיבית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RCRI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סיכון לבבי פריאופרטיבי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יכולת תפקודית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שבריריות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פנוטיפ Fried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DOAC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דביגטרן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פינוי כלייתי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Hunt-Hess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2026-09-21T23:13:14Z</dcterms:created>
  <dcterms:modified xsi:type="dcterms:W3CDTF">2026-09-21T23:13:14Z</dcterms:modified>
</cp:coreProperties>
</file>