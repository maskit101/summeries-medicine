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3: אנטומיה כירורגית של בסיס הגולגולת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Anatomy of the Skull Base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מארגן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בסיס הגולגולת מחולק לשלוש פוסות (קדמית, אמצעית, אחורית) ולא נחשב למשטח אחד אחיד?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לכל פוסה יש צבע עצם שונה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פוסה יושבת בגובה שונה, תומכת באונת מוח שונה (פרונטלית/טמפורלית-היפופיזה/גזע-מוחון), ומכילה קבוצת פורמינות ופתולוגיות אופייניות משלה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הפוסות מתפתחות בגילאים שונים לאחר הלידה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רק הפוסה הקדמית מכילה עצבים גולגולתיים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מארגן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כל פוסה יושבת בגובה שונה, תומכת באונת מוח שונה (פרונטלית/טמפורלית-היפופיזה/גזע-מוחון), ומכילה קבוצת פורמינות ופתולוגיות אופייניות משלה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קדמית - הגבוהה ביותר - אונות פרונטליות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אמצעית - הסלה, הסינוס הקברנוזי, האונות הטמפורליות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אחורית - העמוקה ביותר - גזע המוח והמוחון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החלוקה משקפת הבדל אמיתי בגובה, בתוכן האנטומי הנתמך, ובקבוצות הפורמינות/הפתולוגיות האופייניות לכל פוסה - וזו הסיבה שגם הגישות הכירורגיות (סאבפרונטלית, פטריונלית, סאבאוקסיפיטלית) שונות בין הפוסות. תשובות 1, 3, 4 שגויות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שלוש פוסות בסיס הגולגולת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קדמית, אמצעית, אחורית - כל אחת בגובה שונה ותומכת באזור מוח שונה.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בית בן שלוש קומות שנבנה במדרון - כל קומה בגובה אחר, וכל אחת עם דיירים (אונות מוח) שונים.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החלוקה הזו עוזרת בפועל למנתח בחדר הניתוח?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קדמית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שילוב של נזילת נוזל צלול מהאף ואובדן חוש ריח לאחר טראומת ראש חזיתית מצביע ספציפית על שבר בפלטה הקריברוזית?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הפלטה הקריברוזית היא העצם הדקה ביותר בבסיס הגולגולת, מנוקדת בפתחים זעירים לסיבי עצב I, ושבר בה יוצר תקשורת ישירה בין המרחב התת-עכבישי לחלל האף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חוש הריח נשלט על ידי הפורמן היוגולרי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נזילת CSF תמיד מקורה בסינוס הקברנוזי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הפלטה הקריברוזית אינה קשורה כלל לחלל האף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קדמית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כי הפלטה הקריברוזית היא העצם הדקה ביותר בבסיס הגולגולת, מנוקדת בפתחים זעירים לסיבי עצב I, ושבר בה יוצר תקשורת ישירה בין המרחב התת-עכבישי לחלל האף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הפלטה הקריברוזית - העצם הדקה ביותר בבסיס הגולגולת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מנוקדת בפתחים זעירים לסיבי עצב I (אולפקטורי)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שבר בה = תקשורת ישירה בין CSF לחלל האף = נזילה + אנוסמיה + סיכון זיהומי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הצירוף הקלאסי של רינוריאה + אנוסמיה נובע ישירות ממבנה הפלטה הקריברוזית - דקה, שבירה, וחוצה עצב I. שאר התשובות שגויות עובדתית - חוש הריח אינו קשור לפורמן היוגולרי או לסינוס הקברנוזי.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פלטה קריברוזית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עצם דקה ומנוקבת במרכז הפוסה הקדמית, מעבירה את סיבי עצב I; האזור השביר ביותר בבסיס הגולגולת.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מסננת נייר דקה (הפלטה) שמפרידה בין שני חדרים - כל סדק בה גורם לנוזל לזלוג מצד לצד.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נזילת CSF אפית מחייבת התייחסות דחופה, ולא רק תיעוד?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אמצעית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עצב VI (אבדוצנס) נפגע ראשון בפתולוגיה תוך-קברנוזית (למשל פיסטולה קרוטיד-קברנוזית), בעוד III, IV, V1, V2 נפגעים מאוחר יותר?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עצב VI ארוך יותר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עצב VI חסר מעטפת מיאלין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עצב VI רגיש פיזיולוגית יותר ללחץ מהאחרים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בניגוד לשאר העצבים שעוברים בתוך עובי הדופן הלטרלית של הסינוס, VI עובר בפועל בתוך חלל הסינוס עצמו לצד העורק הקרוטידי - חשוף ישירות לכל שינוי בלחץ/זרימה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אמצעית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כי בניגוד לשאר העצבים שעוברים בתוך עובי הדופן הלטרלית של הסינוס, VI עובר בפועל בתוך חלל הסינוס עצמו לצד העורק הקרוטידי - חשוף ישירות לכל שינוי בלחץ/זרימה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III, IV, V1, V2 - בדופן הלטרלית של הסינוס (מוגנים יחסית)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- בתוך חלל הסינוס עצמו, לצד ה-ICA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מיקום, לא תכונה פיזיולוגית, הוא ההסבר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ההבדל הוא אנטומי-מיקומי בלבד. עצבים שיושבים בתוך שכבות הדורה של הדופן הלטרלית מוגנים יחסית משינויי לחץ/גודש בחלל הסינוס עצמו, בעוד VI חשוף ישירות בתוכו - ולכן פזילה פנימית (מ-VI) היא לרוב הסימן הראשון בפתולוגיה תוך-קברנוזית.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מיקום עצב VI בסינוס הקברנוזי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העצב היחיד שעובר בתוך חלל הסינוס עצמו, ולא בדופן הלטרלית - ולכן הראשון להיפגע.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חדר עם ארבעה אנשים עומדים ליד הקיר (מוגנים) ואדם חמישי עומד באמצע החדר עצמו (חשוף) - אם החדר מוצף, מי שבמרכז נרטב ראשון.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שימושי קלינית להכיר את ההבדל הזה?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אמצעית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מגיע עם דימום ניכר מהאוזן/פה לאחר טראומת ראש, ובדיקת הדמיה מראה שבר דרך העצם הטמפורלית באזור התואם לפורמן ספינוזום. מהו המקור הסביר ביותר לדימום?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העורק הקרוטידי הפנימי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וריד גאלן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העורק המנינגיאלי האמצעי, העובר בפורמן ספינוזום ומהווה מקור קלאסי להמטומה אפידורלית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עצב הפנים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אמצעית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העורק המנינגיאלי האמצעי, העובר בפורמן ספינוזום ומהווה מקור קלאסי להמטומה אפידורלית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פורמן ספינוזום מעביר את העורק המנינגיאלי האמצעי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ענף של העורק המקסילרי הפנימי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קלאסי לדימום אפידורלי לאחר שבר פטריוני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פורמן ספינוזום, הממוקם בפוסה האמצעית סמוך לתפר הפטריוני, מעביר את העורק המנינגיאלי האמצעי - הגורם הקלאסי להמטומה אפידורלית טראומטית. שאר האפשרויות אינן עוברות דרך פורמן זה.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פורמן ספינוזום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פורמן קטן בפוסה האמצעית המעביר את העורק המנינגיאלי האמצעי.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צינור מים דק שעובר ממש מתחת לאזור שבו הקירות הכי דקים ונשברים בקלות בטלטלה - כל סדק שם גורם להצפה מהירה.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המטומה אפידורלית מתקדמת מהר יחסית לעומת המטומה סובדורלית?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אחורית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תסמונת Vernet, ומדוע היא מתפתחת בגידולים באזור הפורמן היוגולרי עוד לפני פגיעה וסקולרית?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שיתוק כל העצבים הגולגולתיים בו-זמנית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בעצבים IX, X, XI - הגורמת לצרידות, קושי בבליעה וחולשת טרפז/סטרנוקלידומסטואיד - מתפתחת מוקדם כי עצבים אלה יושבים בתא הנוירלי הצר של הפורמן היוגולרי, נפרד מהתא הוסקולרי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עיוורון חד-צדדי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חוש ריח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אחורית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פגיעה בעצבים IX, X, XI - הגורמת לצרידות, קושי בבליעה וחולשת טרפז/סטרנוקלידומסטואיד - מתפתחת מוקדם כי עצבים אלה יושבים בתא הנוירלי הצר של הפורמן היוגולרי, נפרד מהתא הוסקולרי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- בליעה, רפלקס הקאה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- קול צרוד, בליעה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 - חולשת טרפז וסטרנוקלידומסטואיד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הפורמן היוגולרי מחולק לתא נוירלי אנטרו-מדיאלי (IX, X, XI) ותא וסקולרי פוסטרו-לטרלי (בולבוס יוגולרי). גידולים כמו פראגנגליומה גדלים בתא הוסקולרי אך לוחצים במהירות על התא הנוירלי הסמוך, ולכן תסמינים נוירליים (תסמונת Vernet) מופיעים לעיתים קרובות לפני סימנים וסקולריים בולטים.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תסמונת Vernet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משולבת בעצבים IX, X, XI עקב פתולוגיה בפורמן היוגולרי.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שני חדרים צמודים בקיר משותף דק - גידול שגדל בחדר אחד (הוסקולרי) לוחץ על הקיר וחודר לחדר השני (הנוירלי) עוד לפני שהוא ממלא את חדרו שלו.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לזהות תסמונת Vernet מוקדם קלינית?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הקליווס הפך למסדרון גישה מבוקש בכירורגיה אנדוסקופית אנדונזלית מודרנית?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מרוחק מאוד מגזע המוח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אין בו סיכון וסקולרי כלל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מורכב מסחוס רך בלבד וקל לחדירה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שכבת עצם דקה יחסית מפרידה בין רירית הלוע האף-אווירי לבין הדורה שמעל הקליווס, כך שגישה מהנחיר לאורך המחיצה מגיעה תוך דקות למבנים שבגישה קרניוטומית חיצונית היו דורשים חציית רקמת מוח בריאה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כי שכבת עצם דקה יחסית מפרידה בין רירית הלוע האף-אווירי לבין הדורה שמעל הקליווס, כך שגישה מהנחיר לאורך המחיצה מגיעה תוך דקות למבנים שבגישה קרניוטומית חיצונית היו דורשים חציית רקמת מוח בריאה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הקליווס = רצפת גזע המוח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"הגג" של הלוע האף-אווירי מבפנים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מסדרון קצר יחסית ללא חתך חיצוני, אך צר ודורש דיוק גבוה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הקרבה האנטומית בין חלל האף/הלוע האף-אווירי לקליווס היא הבסיס לגישה זו. תשובות 1-3 שגויות עובדתית - הקליווס דווקא סמוך מאוד לגזע המוח, מכיל סיכון וסקולרי (המקטעים הפטרוזי/קברנוזי של הקרוטיד בקרבתו), ובנוי מעצם (ספנואיד ועורפית) ולא סחוס.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קליווס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משטח עצם משופע במרכז בסיס הגולגולת, רצפת גזע המוח; מסדרון גישה מרכזי לניתוחים אנדוסקופיים אנדונזליים.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מנהרה קצרה מתחת לבניין, שמובילה ישירות למרתף (גזע המוח) בלי לעבור דרך כל שאר הקומות.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מהו המחיר של היתרון הזה (מסדרון קצר)?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עצם הפטרוזה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בגישות הטרנספטרוזליות (דרך עצם הטמפורלית), מדוע הגישה הרטרולבירינתית שומרת על השמיעה ואילו הגישה הטרנסלבירינתית מקריבה אותה?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הרטרולבירינתית מבוצעת רק תחת הרדמה מקומית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הרטרולבירינתית קטנה מדי כדי לגרום נזק כלשהו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הרטרולבירינתית מסירה עצם בין הסינוס הסיגמואידי לתעלות החצי-עגולות בלי לפגוע בהן, בעוד הטרנסלבירינתית מסירה בפועל את התעלות החצי-עגולות והוסטיבולום עצמם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בטרנסלבירינתית מסירים את הקוכליאה בלבד ולא את שאר האוזן הפנימית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עצם הפטרוזה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כי הרטרולבירינתית מסירה עצם בין הסינוס הסיגמואידי לתעלות החצי-עגולות בלי לפגוע בהן, בעוד הטרנסלבירינתית מסירה בפועל את התעלות החצי-עגולות והוסטיבולום עצמם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רטרולבירינתית - עצם בין הסיגמואיד לתעלות החצי-עגולות בלבד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טרנסלבירינתית - מסירה את התעלות החצי-עגולות + הוסטיבולום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טרנסקוכלארית - גם הקוכליאה, עם הזזת עצב הפנים - אובדן שמיעה מוחלט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שלוש הגישות הטרנספטרוזליות מדורגות לפי כמות האוזן הפנימית שמוקרבת. רטרולבירינתית משמרת את איברי השמיעה/שיווי המשקל לגמרי; טרנסלבירינתית מסירה אותם ולכן מקריבה שמיעה; טרנסקוכלארית מוסיפה הסרת הקוכליאה עצמה למקסימום חשיפה לפסגת הפטרוזה ולקליווס הלטרלי.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דירוג הגישות הטרנספטרוזליות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רטרולבירינתית → טרנסלבירינתית → טרנסקוכלארית - חשיפה גוברת מול הקרבה תפקודית גוברת.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שלושה שערים בקיר לחדר אוצר: הראשון פותחים בלי לגעת ברהיטים (השמיעה נשארת), השני מפנים חלק מהרהיטים (שמיעה הולכת), השלישי מפנים הכל (שמיעה אבודה) - אבל בכל שער נכנסים עמוק יותר לחדר.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נתח בכלל יבחר בגישה שמקריבה שמיעה?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היתרון הכירורגי המרכזי של הוספת אוסטאוטומיה אורביטוזיגומטית לגישה הפטריונלית הקלאסית?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מבטלת את הצורך לחשוף את הסינוס הקברנוזי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מאפשרת הורדת שריר הטמפורליס נמוך יותר וזווית תקיפה משופעת יותר לאורך רצפת הפוסה האמצעית וגג הארובה, ובכך משפרת גישה למבנים בסיסיים עמוקים ללא צורך במשיכת מוח מוגברת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מייתרת את הצורך בגישה אנדוסקופית לחלוטין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מתאימה רק לניתוחי עמוד שדרה צווארי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היא מאפשרת הורדת שריר הטמפורליס נמוך יותר וזווית תקיפה משופעת יותר לאורך רצפת הפוסה האמצעית וגג הארובה, ובכך משפרת גישה למבנים בסיסיים עמוקים ללא צורך במשיכת מוח מוגברת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פטריונלית - חושפת את כל הפוסות דרך קרניוטומיה אחת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אורביטוזיגומטית - מוסיפה אוסטאוטומיה של השוליים הארוביטליים והקשת הזיגומטית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 - זווית משופעת יותר, פחות משיכת מוח, גישה טובה יותר לסינוס הקברנוזי/הסלה/פטרוקליבלי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האוסטאוטומיה האורביטוזיגומטית מרחיבה את הגישה הפטריונלית הקלאסית - מורידה את קו הבסיס של החשיפה ומאפשרת זווית תקיפה תלולה יותר לאורך רצפת הפוסה האמצעית וגג הארובה, מה שמפחית את הצורך במשיכת האונה הפרונטלית/טמפורלית לצורך גישה למבנים עמוקים כמו הסינוס הקברנוזי, הסלה והאזור הפטרוקליבלי.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גישה אורביטוזיגומטית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הרחבה של הגישה הפטריונלית באמצעות אוסטאוטומיה של השוליים הארוביטליים והקשת הזיגומטית.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שאתה מנסה להביט מתחת למיטה - אם תסיר גם את מסגרת המיטה התחתונה (לא רק לכרוע), תראה עמוק יותר בלי לכופף את הגב יתר על המידה (=פחות משיכת מוח).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מדוע גישה זו נחשבת 'סוס עבודה' בכירורגיה וסקולרית?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קדמית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אמצעית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אחורית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פלטה קריברוזית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rhinorrhea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אנוסמיה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עצב VI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סינוס קברנוזי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פיסטולה קרוטיד-קברנוזית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פורמן ספינוזום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עורק מנינגיאלי אמצעי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המטומה אפידורלית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2026-09-18T13:49:59Z</dcterms:created>
  <dcterms:modified xsi:type="dcterms:W3CDTF">2026-09-18T13:49:59Z</dcterms:modified>
</cp:coreProperties>
</file>