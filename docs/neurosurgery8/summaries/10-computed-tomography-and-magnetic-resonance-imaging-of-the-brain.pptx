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10: CT ו-MRI של המוח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Tomography and Magnetic Resonance Imaging of the Brain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וטראומה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צעיר לאחר מכה ברקה עם מרווח צלול. ב-CT אוסף היפרדנסי דו-קמור שאינו חוצה את התפר הלמבדואידי. מהי האבחנה ומה מקור הדימום הטיפוסי?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דימום תוך-מוחי יתר-לחצי - עורקים לנטיקולוסטריאטליים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המטומה סאבדורלית - ורידים מגשרים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המטומה אפידורלית - עורק מנינגאלי (MMA) שנקרע משבר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דימום תת-עכבישי - מפרצת ACom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וטראומה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המטומה אפידורלית - עורק מנינגאלי (MMA) שנקרע משבר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אבחנה: המטומה אפידורלית (EDH)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שבר החוצה ענף עורק מנינגאלי (לרוב MMA); לעתים ורידי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נעצרת בתפרים (דורה צמודה) אך יכולה לחצות קו אמצע קדמית לתפר הקורונלי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עדשה + אי-חציית תפר + מרווח צלול = EDH. SDH הוא סהרוני, חוצה תפרים ונעצר בפלקס. SAH מתפשט בסיסטרנות. דימום יתר-לחצי עמוק.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המטומה אפידורלית (Epidural hematoma)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דם בין העצם לשכבה החיצונית של הדורה; הלחץ העורקי מקלף את הדורה ויוצר צורת עדשה.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מדבקה שמתקלפת מקיר: היא נעצרת בדיוק במקום שבו הדבק הכי חזק - התפרים.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EDH יכול לחצות קו אמצע בחלק הקדמי?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פיזיקת 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דם חריף נראה היפרדנסי (לבן) ב-CT, ומה קורה לצפיפות SDH עם הזמן?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בגלל ריכוז גבוה של חלבון (גלובין) והמטוקריט בקריש; היפר → איזו → היפודנסי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בגלל מתהמוגלובין; הופך היפרדנסי יותר עם הזמן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בגלל סידן בקריש; הופך היפרדנסי בכרוני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בגלל ברזל פרמגנטי; הצפיפות קבועה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פיזיקת 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בגלל ריכוז גבוה של חלבון (גלובין) והמטוקריט בקריש; היפר → איזו → היפודנסי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קריש מרוכז בחלבון (גלובין) - מחליש יותר קרני רנטגן (~50-70 HU)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SDH: היפרדנסי (חריף) → איזודנסי (תת-חריף, קל לפספס) → היפודנסי (כרוני)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חריג: קואגולופתיה/היפר-חריף - איזו/היפודנסי כבר בהתחלה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מודד הנחתה ולא תכונות מגנטיות. פירוק החלבון מוריד את הצפיפות. SDH איזודנסי הוא מלכודת קלאסית - MRI מראה אותו בהיר ב-T1/T2.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יחידות Hounsfield (HU)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סולם הנחתה ב-CT: מים 0, אוויר -1000, עצם +1000.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SDH תת-חריף מסוכן לפספוס?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ושבץ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המנגנון שבגללו אוטם חריף נראה בהיר ב-DWI וכהה במפת ADC, ותוך כמה זמן זה מופיע באדם?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משקעי המוסידרין; תוך שבוע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בצקת וזוגנית שמגדילה את המרחב החוץ-תאי; תוך 6 שעות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פריצת מחסום דם-מוח ודליפת גדוליניום; תוך 24 שעות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כשל Na/K-ATPase → בצקת ציטוטוקסית → צמצום המרחב החוץ-תאי → דיפוזיה מוגבלת; תוך 30-60 דקות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ושבץ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כשל Na/K-ATPase → בצקת ציטוטוקסית → צמצום המרחב החוץ-תאי → דיפוזיה מוגבלת; תוך 30-60 דקות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מנגנון: כשל משאבות Na/K → מים נכנסים לתאים (בצקת ציטוטוקסית)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המרחב החוץ-תאי מצטמצם → תנועת מים מוגבלת → DWI בהיר, ADC כהה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זמן: 30-60 דקות באדם; נשאר בהיר כשבועיים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 כן: T2 shine-through - DWI בהיר אך ADC לא נמוך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אינו משתמש בניגוד. בצקת וזוגנית מעלה את ה-ADC. T2/FLAIR משתנים רק אחרי 6-12 שעות.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ADC (Apparent Diffusion Coefficient)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מפה כמותית של תנועת מים; ערך נמוך = הגבלה אמיתית, ומבחינה בין הגבלה לבין T2 shine-through.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קהל שנכנס לחדרים קטנים ונדחס: המסדרון (המרחב החוץ-תאי) מתרוקן ואף אחד כבר לא מסתובב חופשי.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חייבים להסתכל על ADC ולא רק על DWI?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פיזיקת MRI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השלימי: תמונה במשקל T1 מתקבלת עם TR ___ ו-TE ___, ובה ה-CSF ___.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קצר, TE ארוך; CSF בהיר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קצר, TE קצר; CSF כהה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ארוך, TE ארוך; CSF בהיר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ארוך, TE קצר; CSF אפור בינוני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פיזיקת MRI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TR קצר, TE קצר; CSF כהה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TR קצר + TE קצר → CSF כהה (T1 ארוך של מים)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TR ארוך + TE ארוך → CSF בהיר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PD: TR ארוך + TE קצר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קצר + TE ארוך = ניגודיות מעורבת - לא משתמשים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קובע כמה הבדלי T1 נראים (קצר = מדגיש); TE קובע כמה הבדלי T2 (ארוך = מדגיש). השילוב TR קצר/TE ארוך אינו בשימוש (טבלה 10.1).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TR / 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- זמן בין פולסי עירור; TE - זמן מהעירור עד קריאת ההד.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CSF כהה ב-T1?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דימום ב-MRI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דימום תוך-מוחי בן כשבועיים נראה בהיר גם ב-T1 וגם ב-T2. איזה תוצר פירוק אחראי?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דאוקסי-המוגלובין תוך-תאי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מתהמוגלובין תוך-תאי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אוקסי-המוגלובין תוך-תאי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מתהמוגלובין חוץ-תאי (לאחר ליזיס של כדוריות אדומות)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דימום ב-MRI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מתהמוגלובין חוץ-תאי (לאחר ליזיס של כדוריות אדומות)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מתהמוגלובין חוץ-תאי - שלב תת-חריף מאוחר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בהיר: מתהמוגלובין פרמגנטי מקצר T1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בהיר: אחרי ליזיס אין הפרדה תוך/חוץ-תאית שיוצרת susceptibility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תוך-תאי (מוקדם) = T1 בהיר אך T2 כהה. דאוקסי = T2 כהה, T1 איזו. אוקסי = היפר-חריף. כרוני (המוסידרין) = כהה בשניהם.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מתהמוגלובין (Methemoglobin)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המוגלובין שבו הברזל חומצן ל-Fe3+; פרמגנטי ומקצר T1.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התינוק יצא מהעריסה (התא נקרע) - וכל האורות דולקים: BaBy.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המוסידרין כהה מאוד ב-T2 וב-GRE?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Perfusion ושבץ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ב-CT פרפוזיה בחולה עם חסימת M1: איזה צירוף מפות מאפיין פנומברה (רקמה ברת-הצלה) לעומת ליבת אוטם?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פנומברה: MTT מוארך ו-CBV שמור/מוגבר; ליבה: CBV ו-CBF נמוכים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פנומברה: CBF תקין, CBV נמוך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פנומברה: MTT מקוצר ו-CBF מוגבר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- ההבחנה רק ב-CT רגיל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Perfusion ושבץ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פנומברה: MTT מוארך ו-CBV שמור/מוגבר; ליבה: CBV ו-CBF נמוכים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פנומברה: MTT מוארך + CBF ירוד + CBV שמור/מוגבר (autoregulation מרחיב כלים)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ליבה: CBF ו-CBV נמוכים (autoregulation קרס)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→ מועמדות לטרומבקטומיה (עד 24 שעות לפי RCTs 2015/2018)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הרחבת כלים בפנומברה שומרת נפח דם; בליבה אין. ב-MRI המקבילה היא PWI-DWI mismatch.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פנומברה (Penumbra)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רקמה איסכמית שעדיין חיה ויכולה להינצל אם הזרימה תשוחזר מהר.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MTT מתארך בפנומברה?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זיהומים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אישה בת 55 עם חום ונגע פריאטלי מתאדר טבעתית. איזה ממצא MRI תומך ביותר במורסה ולא בגליובלסטומה נמקית?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עליית כולין ו-rCBV גבוה בדופן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דופן עבה ולא סדירה עם נודולים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הגבלת דיפוזיה (DWI בהיר, ADC נמוך) בחלל המרכזי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בצקת וזוגנית נרחבת מאוד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זיהומים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הגבלת דיפוזיה (DWI בהיר, ADC נמוך) בחלל המרכזי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בהיר + ADC נמוך בחלל = מוגלה צמיגה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דופן דקה וחלקה, דקה יותר בצד המדיאלי/העמוק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בצקת קטנה יחסית לגליובלסטומה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 נמקי: ADC גבוה, דופן עבה-נודולרית, בצקת נרחבת, Cho↑ ו-rCBV↑. ב-MRS גם מורסה וגם גידול עשויים להראות לקטט/שומנים.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הגבלת דיפוזיה (Restricted diffusion)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תנועת מים מופחתת ברקמה - בהיר ב-DWI וכהה ב-ADC.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מוגלה היא כמו דבש סמיך - המים 'תקועים'; נמק גידולי הוא כמו מרק דליל.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הדופן דקה יותר בצד העמוק?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גידולים ב-MRI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חולה לאחר קרינה לגליומה עם נגע מתאדר חדש. אילו ממצאי MRS ו-Perfusion מרמזים על הישנות גידול ולא על נמק קרינתי?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גבוה בלבד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עליית כולין ביחס ל-Cr/NAA ו-rCBV גבוה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שומנים ולקטט ללא עליית כולין, rCBV נמוך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עליית NAA ו-rCBV נמוך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גידולים ב-MRI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עליית כולין ביחס ל-Cr/NAA ו-rCBV גבוה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MRS: כולין (Cho) עולה ביחס לקראטין/NAA - תחלופת ממברנות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Perfusion: rCBV גבוה - אנגיוגנזה של גידול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נמק קרינתי: שומנים/לקטט בלי עליית Cho, rCBV נמוך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 הוא סמן נוירונלי ויורד בגידול. ADC לבדו אינו מבחין באמינות.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כולין (Choline) ב-MRS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סמן לתחלופת ממברנות תאים - עולה בשגשוג תאי.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NAA יורד בגידול?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biconvex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interval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hyperdense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isodense SDH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edema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shine-through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2026-09-29T16:30:27Z</dcterms:created>
  <dcterms:modified xsi:type="dcterms:W3CDTF">2026-09-29T16:30:27Z</dcterms:modified>
</cp:coreProperties>
</file>