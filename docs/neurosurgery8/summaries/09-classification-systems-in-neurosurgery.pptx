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מהדורה 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9: מערכות סיווג בנוירוכירורגיה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Systems in Neurosurgery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מטא-סיווג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מהן ארבע הקטגוריות בהיררכיה שהציעו המחברים לסיווג מערכות סיווג נוירוכירורגיות, ומה מגדיר כל אחת?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 1 מנבא, סוג 2 מרשם, סוג 3 תיאורי, סוג 4 מבוסס RCT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 A אנטומי, סוג B פתולוגי, סוג C קליני, סוג D הדמייתי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רמה I, II, III לפי חוזק הראיה בלבד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 1 תיאורי בלבד; 2a תיאורי + מרשם (prescriptive); 2b תיאורי + מנבא (predictive); סוג 3 מקיף - תיאורי, מרשם ומנבא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מטא-סיווג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סוג 1 תיאורי בלבד; 2a תיאורי + מרשם (prescriptive); 2b תיאורי + מנבא (predictive); סוג 3 מקיף - תיאורי, מרשם ומנבא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 1 - תיאורי בלבד (301, 62%)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 - תיאורי + מרשם (36, 7%)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- תיאורי + מנבא (120, 25%)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 3 - מקיף (31, 6%)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מערכת סיווג היא תיאורית בהגדרה; השאלה היא אם היא גם מכתיבה טיפול (2a), גם מנבאת פרוגנוזה (2b), או את שניהם (3). רמות ראיה I-III (אופציה 2) הן שאלה רביעית נפרדת שלא נכללה בסוג.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Prescriptive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מערכת שהתווית שלה מכתיבה החלטה טיפולית (למשל TLICS - האם לקבע).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המפה (1), ה-GPS שאומר לאן לפנות (2a), תחזית מזג האוויר (2b), ואפליקציה שעושה את שלושתם (3).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סוג 3 לא בהכרח 'טוב' יותר מסוג 1?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מטא-סיווג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מתמחה אומרת: 'Simpson הוא סוג 3 ולכן הוא מבוסס ראיות חזקות'. מה הטעות, ועל אילו נתונים נבנה הדירוג?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טעות - כל מערכת סוג 3 מבוססת על RCT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הסוג אינו משקף חוזק ראיה; Simpson נבנה על ניתוח רטרוספקטיבי של 339 מטופלים משני מוסדות (1928-1954) ללא הדמיה - רמה II-3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 הוא בכלל סוג 1 ולכן אינו מנבא הישנות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 נבנה על מטא-אנליזה של 10,000 מטופלים עם MRI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מטא-סיווג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הסוג אינו משקף חוזק ראיה; Simpson נבנה על ניתוח רטרוספקטיבי של 339 מטופלים משני מוסדות (1928-1954) ללא הדמיה - רמה II-3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 ≠ איכות ראיה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 מטופלים, 2 מוסדות, 1928-1954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ללא הדמיה טרום/בתר-ניתוחית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רמת ראיה II-3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 הוא אכן סוג 3 (מתאר כריתה, מכתיב טיפול בדורה/עצם, מנבא הישנות), אבל המחברים מציינים שהוא 'אולי מזמן זקוק לעדכון'. לעומתו GCS - גם סוג 3 בטקסט - מגובה בעשורים של ראיות.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Legacy system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מערכת ששרדה בזכות גיל, שם חלוץ ונוחות - לא בהכרח בזכות ראיות.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תעודת הסמכה ממוסגרת מ-1954 על הקיר: מרשימה, אבל לא אומרת כמה הספר טוב היום.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היעדר הדמיה פוגע בערך הניבוי של Simpson?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תכונות מערכת סיווג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ההבדל בין תקפות פנימית לתקפות חיצונית של מערכת סיווג, ואיזו דוגמה מהפרק ממחישה כל אחת?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פנימית - האם המערכת מודדת את מה שהתיימרה ובנויה לוגית (Borden: כיוון ניקוז ורידי ממצה את כל האפשרויות); חיצונית - בחינה מול נתונים והכללה (Spetzler-Martin → Lawton-Young)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פנימית - הסכמה בין מעריכים; חיצונית - הסכמה של מעריך עם עצמו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פנימית - מבוססת RCT; חיצונית - מבוססת דעת מומחים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הבדל - שני המונחים נרדפים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תכונות מערכת סיווג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פנימית - האם המערכת מודדת את מה שהתיימרה ובנויה לוגית (Borden: כיוון ניקוז ורידי ממצה את כל האפשרויות); חיצונית - בחינה מול נתונים והכללה (Spetzler-Martin → Lawton-Young)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תקפות פנימית: מבנה לוגי, קטגוריות ממצות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דוגמה: Borden (אנטרוגרדי/רטרוגרדי/שניהם)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תקפות חיצונית: מבחן מול נתונים, generalizability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דוגמה: Spetzler-Martin → Supplemented (Lawton-Young)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אופציה 1 מתארת עקביות (inter/intrarater), לא תקפות. דוגמאות נוספות לתקפות פנימית: עדכון WHO לפי מאפיינים מולקולריים; GCS במונשמים ובילדים טרום-מילוליים.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External validation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הערכת מערכת סיווג מול נתונים חדשים מעבר למדגם שממנו נגזרה.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תקפות פנימית = שרטוט הבית נכון; תקפות חיצונית = הבית עומד גם ברעידת אדמה אמיתית.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Cognard אינו מוסיף נגעים חדשים ל-Borden ובכל זאת נחשב שיפור?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תכונות מערכת סיווג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אילו משתנים נוספו ל-Spetzler-Martin במערכת Supplemented (Lawton-Young), ומה ממחיש המעבר?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עומק הנגע ולחץ תוך-גולגולתי - ממחיש עקביות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 הקרנה ומינון - ממחיש כימות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גיל, דימום, פיזור נידוס (diffuseness) ואספקה עורקית - ממחיש תקפות חיצונית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מין ו-GCS - ממחיש תקפות פנימית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תכונות מערכת סיווג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גיל, דימום, פיזור נידוס (diffuseness) ואספקה עורקית - ממחיש תקפות חיצונית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דימום (hemorrhage)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פיזור הנידוס (diffuseness)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אספקה עורקית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738360" y="530352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38160" y="539496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92840" y="565099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544982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תקפות חיצונית (נתונים רב-מוסדיים)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Spetzler-Martin המקורי (גודל, רהיטות, ניקוז ורידי) נגזר רטרוספקטיבית במוסד אחד. יותר משני עשורים אחר כך, נתונים מאוחדים הראו שאפשר לחדד את ניבוי התחלואה בהוספת גורמי מטופל, מהלך קליני ואנגיו-ארכיטקטורה.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Supplemented Spetzler-Martin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תוספת לדירוג Spetzler-Martin שמשפרת ניבוי תחלואה ניתוחית ב-AVM.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מערכת שנגזרה ממוסד אחד עלולה לא להכליל?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תכונות מערכת סיווג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עקביות (consistency) של מערכת סיווג כוללת שני רכיבים: ______ ו-______, ומכמתים אותה במדדים כמו ______.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רגישות וסגוליות; ערך 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interrater reliability ו-intrarater reliability; Cohen's kappa, Fleiss' kappa, Scott's pi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תקפות פנימית וחיצונית; מקדם פירסון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רמת ראיה I ו-II; NNT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תכונות מערכת סיווג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interrater reliability ו-intrarater reliability; Cohen's kappa, Fleiss' kappa, Scott's pi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Interrater - מעריכים שונים, אותם מקרים, אותו סיווג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Intrarater - אותו מעריך, שתי נקודות זמן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 (2 מעריכים), Fleiss' kappa (רבים), Scott's pi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בניגוד לתקפות, עקביות קלה יחסית לכימות. היא חיונית כי כל ערך התקשורת, ההכוונה הטיפולית והפרוגנוזה של תווית תלוי בכך שהיא מוקצית באמינות.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Cohen's kappa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מדד הסכמה בין שני מעריכים שמתקן להסכמה מקרית: κ=(Po−Pe)/(1−Pe).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שופטים בתחרות החלקה - אם הם נותנים ציונים שונים לאותו ביצוע, הציון חסר משמעות.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לא מספיק אחוז הסכמה פשוט?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תכונות מערכת סיווג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בפגיעות עמוד שדרה, כיצד נבדלות AOSpine, Denis ו-TLICS/SINS מבחינת סוג הכימות?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כולן מערכות ניקוד קרדינליות זהות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AOSpine קרדינלי, Denis נומינלי, TLICS אורדינלי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 ו-SINS הן מערכות תיאוריות בלבד ללא דירוג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AOSpine משלב תיאורי + אורדינלי (מורפולוגיה); Denis אורדינלי (1/2/3 עמודות) עם יציבות בינארית; TLICS/SINS ניקוד קרדינלי שמכמת דרגת אי-יציבות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תכונות מערכת סיווג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AOSpine משלב תיאורי + אורדינלי (מורפולוגיה); Denis אורדינלי (1/2/3 עמודות) עם יציבות בינארית; TLICS/SINS ניקוד קרדינלי שמכמת דרגת אי-יציבות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AOSpine - מורפולוגיה: תיאורי + אורדינלי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 - 3 עמודות, אורדינלי; יציבות = בינארי (קריטריון 2 עמודות)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TLICS / SINS - ניקוד: דרגת אי-יציבות → החלטה ניתוחית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נומינלי = תוויות בלי סדר; אורדינלי (staging/grading) = סדר בלי כימות מדויק; קרדינלי (scoring) = ניקוד כמותי. הבחירה ביניהם 'אינה תמיד פשוטה'.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Ordinal scale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סולם שבו לקטגוריות יש סדר דירוג, אך המרווחים ביניהן אינם מוגדרים כמותית.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SINS ו-TLICS נחשבות גם מרשמות (prescriptive)?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היסטוריה ופילוסופיה של סיווג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פרדוקס ראסל (1901), ואיך הוא קשור להחלטה לאיזה סוג שייך 'סיווג מערכות הסיווג' של המחברים?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קבוצת כל הקבוצות שאינן מכילות את עצמן היא סתירה (הספר שמגלח את מי שאינו מגלח את עצמו); המחברים החליטו שהסיווג כפוף לכללי עצמו - והוא סוג 1, תיאורי בלבד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פרדוקס על אי-ודאות במדידה; הסיווג לכן חסר סוג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פרדוקס סטטיסטי של kappa נמוך בהסכמה גבוהה; הסיווג לכן סוג 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טענה שכל סיווג מנבא; הסיווג לכן סוג 2b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היסטוריה ופילוסופיה של סיווג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קבוצת כל הקבוצות שאינן מכילות את עצמן היא סתירה (הספר שמגלח את מי שאינו מגלח את עצמו); המחברים החליטו שהסיווג כפוף לכללי עצמו - והוא סוג 1, תיאורי בלבד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ראסל: קבוצת כל הקבוצות שאינן מכילות את עצמן = סתירה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גרסה עממית: מי מגלח את הספר?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סיווגים רגילים לא מסווגים את עצמם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המחברים: הסיווג כפוף לכלליו → סוג 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ש-PRISMA חל גם על סקירת סקירות, המחברים בחרו במכוון שהסיווג יהיה עקבי עם כלליו. בגרסה הנוכחית הוא רק מתאר - סוג 1. אופציה 2 מתארת את 'פרדוקס kappa', מושג אחר.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Set theory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ענף בלוגיקה מתמטית שחוקר אוספים מוגדרים היטב של אובייקטים והשתייכות אליהם.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ספר בכפר מגלח את כל מי שלא מגלח את עצמו. אם יגלח את עצמו - הפר את הכלל; אם לא - הוא חייב לגלח את עצמו.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מתי סיווג-של-סיווגים יוכל לעלות מסוג 1?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מטא-סיווג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8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כיצד הגיעו המחברים ל-488 מערכות הסיווג, ומהי מגבלה מרכזית שהם עצמם מציינים?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סקירה שיטתית לפי PRISMA ב-PubMed; מגבלה - היעדר RCT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סקר מומחים בינלאומי; מגבלה - שיעור היענות נמוך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חיפוש טקסט מלא במהדורה 8 (classification/staging/grading/score/scale - 11,585 רשומות → 1347 ייחודיות → 488 רלוונטיות); מגבלה - הטיית דגימה (רק מה שמחברי Youmans הזכירו)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למידת מכונה לא-מפוקחת על ICD; מגבלה - קידוד שגוי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מטא-סיווג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חיפוש טקסט מלא במהדורה 8 (classification/staging/grading/score/scale - 11,585 רשומות → 1347 ייחודיות → 488 רלוונטיות); מגבלה - הטיית דגימה (רק מה שמחברי Youmans הזכירו)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מונחים, 11,585 רשומות (Grading הכי שכיח - 4234)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הסרת כפילויות → 1347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סינון רלוונטיות → 488 (eTable 9.1)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מגבלה: הטיית דגימה; אין מקבילה ל-PRISMA לסיווגים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מחברי הספר הם מדגם מוטה של מומחים, ופרקיהם לא נכתבו לסקור מערכות סיווג. המחברים ממליצים לפתח הנחיות בסגנון Cochrane/PRISMA לפיתוח סיווגים ולבקש ממחברים עתידיים לזהות מערכות וחוזק ראיה במפורש.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Sampling bias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הטיה שנובעת מכך שהנתונים שעליהם נבנית או מוחלת מערכת אינם מייצגים את האוכלוסייה כולה.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הוצאו מערכות 'לא מתוקפות' מהרשימה?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1/2a/2b/3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 grade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II-3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validity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validity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Lawton-Young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Spetzler-Martin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2026-09-23T23:15:39Z</dcterms:created>
  <dcterms:modified xsi:type="dcterms:W3CDTF">2026-09-23T23:15:39Z</dcterms:modified>
</cp:coreProperties>
</file>