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מהדורה 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1: סקירה היסטורית של הנוירוכירורגיה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Overview of Neurosurgery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עמודי התווך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מהם שלושת התנאים שהתכנסו יחד תוך כ-40 שנה (1840-1870) ואפשרו את לידת הנוירוכירורגיה כתת-התמחות?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הרדמה, אנטיספסיס ולוקליזציה מוחית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רנטגן, CT ו-MRI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אנטיביוטיקה, מיקרוסקופ וסטרואידים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טרפינציה, נתיחת גופות והדמיה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עמודי התווך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אנטיביוטיקה, מיקרוסקופ וסטרואידים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הרדמה (1846) - חופש מכאב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אנטיספסיס (שנות ה-1860) - חופש מזיהום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לוקליזציה מוחית (1860-1880) - ידיעת המיקום המדויק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הפרק מגדיר במפורש ששלושה תנאים אלה, שהתכנסו תוך פחות מ-40 שנה, הם שהפכו ניתוח מוח מהימור קטלני לפרוצדורה מתוכננת. תשובה 2 (רנטגן/CT/MRI) שייכת למאה ה-20, מאוחר יותר. תשובה 3 ו-4 כוללות אלמנטים לא רלוונטיים או אנכרוניסטיים.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שלושת עמודי התווך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הרדמה, אנטיספסיס ולוקליזציה מוחית - שהתכנסו יחד בין שנות ה-1840 לשנות ה-1870.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שלושה שומרי סף בדלת חדר הניתוח - רק כששלושתם פותחים בו-זמנית, הדלת נפתחת.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דווקא השילוב של שלושתם היה הכרחי, ולא כל אחד בנפרד?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עת עתיקה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פפירוס אדווין סמית', ולמה הוא נחשב לפריצת דרך בהיסטוריה של הנוירוכירורגיה?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המסמך הכירורגי המפורט ביותר ששרד מהעת העתיקה, הכולל 48 מקרים של פציעות ראש עם בדיקה, אבחנה ופרוגנוזה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אוסף לחשים דתיים מצריים לריפוי ראש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תרגום יווני של כתבי היפוקרטס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קטלוג מכשירי טרפינציה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עת עתיקה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המסמך הכירורגי המפורט ביותר ששרד מהעת העתיקה, הכולל 48 מקרים של פציעות ראש עם בדיקה, אבחנה ופרוגנוזה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נכתב כ-1600 לפנה"ס, מבוסס על טקסטים קדומים יותר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מקרים כירורגיים בפורמט קבוע: בדיקה - אבחנה - פרוגנוזה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כולל הבחנה בין מקרים ניתנים לטיפול לחסרי תקנה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 היא ההגדרה המדויקת מהפרק: זהו המסמך הכירורגי המפורט הראשון שעוסק בטראומת ראש, עם גישה שיטתית ולא דתית-מאגית. תשובה 2 שגויה - הפרק מציין שרוב הרפואה המצרית התבססה על מאגיה, אך פפירוס זה בולט דווקא בגישתו האמפירית. תשובה 3 היא אנכרוניזם (היפוקרטס חי כ-1000 שנה מאוחר יותר). תשובה 4 מתארת רק חלק שולי מהתוכן.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Edwin Smith Papyrus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המסמך הכירורגי המפורט ביותר ששרד מהעת העתיקה, עוסק בטראומת ראש ועמוד שדרה.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תיק רפואי עתיק בגליל אחד - לכל מטופל עמוד קבוע: מה בדקתי, מה אבחנתי, ומה אני צופה שיקרה.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זה משמעותי שהמצרים כבר סיווגו מקרים כ'מחלה שאין לטפל בה'?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לוקליזציה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היה החדשני בניתוח שביצע סר ריקמן ג'ון גודלי ב-1884?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 היה הניתוח הראשון שבו נפתחה הדורה בהיסטוריה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 היה הניתוח הראשון שבו גידול מוחי אובחן ומוקם מראש על בסיס בדיקה נוירולוגית בלבד, לפני שהמנתח ראה אותו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 היה הניתוח הראשון שבוצע תחת הרדמה כללית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 היה הניתוח הראשון שנעשה עם CT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לוקליזציה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זה היה הניתוח הראשון שבו גידול מוחי אובחן ומוקם מראש על בסיס בדיקה נוירולוגית בלבד, לפני שהמנתח ראה אותו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נוירולוג (אלכסנדר בנט) איבחן ומיקם את הגידול מבדיקה קלינית בלבד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גודלי, מנתח כללי, ביצע קרניאקטומיה במקום המדויק שצוין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המטופל שרד את הניתוח אך נפטר חודש לאחר מכן מזיהום פצע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החידוש היה שהלוקליזציה הקלינית 'עברה מבחן מציאות' בחדר הניתוח בפעם הראשונה. פתיחת דורה (1) נעשתה גם קודם, הרדמה כללית (3) כבר הייתה קיימת מ-1846, ו-CT (4) הומצא רק ב-1971.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ניתוח גודלי 1884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הניתוח הראשון שבו לוקליזציה קלינית של גידול מוחי אושרה בהצלחה בחדר הניתוח.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בלש (הנוירולוג) שמצביע במדויק על החדר שבו מסתתר הפורץ, בלי לראות אותו - והשוטר (המנתח) פורץ בדיוק לשם ומוצא אותו.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זה נחשב לנקודת המפנה, אף שהמטופל נפטר בסופו של דבר?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עת עתיקה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אילו שלוש שיטות תועדו בהיסטוריה לביצוע טרפינציה (יצירת חור בגולגולת)?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גירוד הדרגתי, קידוח סדרת חורים וחיבורם, וחריטת קווים מצטלבים להוצאת מלבן עצם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לייזר, קידוח יהלום וגלי קול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גירוד בלבד - השיטה האוניברסלית היחידה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 בחומצה להמסת העצם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עת עתיקה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רק גירוד בלבד - השיטה האוניברסלית היחידה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גירוד הדרגתי של העצם עם כלי חד (כמו הטומי הפרואני)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קידוח סדרת חורים קטנים וחיבורם ביניהם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חריטת קווים מצטלבים והוצאת מלבן עצם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 מפרטת את שלוש השיטות המתועדות בפרק. תשובות 2 ו-4 מתארות טכנולוגיות מודרניות שלא היו קיימות. תשובה 3 שגויה כי הפרק מדגיש שהיו שלוש שיטות שונות, לא אחת אוניברסלית.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טרפינציה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יצירת חור בגולגולת - הניתוח העתיק ביותר הידוע, עם עדויות בנות 10,000-12,000 שנה.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שלושה נגרים שונים שכל אחד פותח דלת בקיר בשיטה שונה משלו - אחד מגרד לאט, אחד מקדח נקודות ומחבר, ואחד חורט מלבן שלם.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שנמצאו גולגולות טרפינציה עם עדות לריפוי עצם?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עמודי התווך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הייתה תרומתו המרכזית של ג'וזף ליסטר לנוירוכירורגיה, ומדוע היא נחשבת קריטית באותה מידה כמו הרדמה?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המציא את ההרדמה הכללית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תיאר לראשונה את מרווח הצלילות (lucid interval)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פיתח את הסטריאוטקסיס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הכניס את האנטיספסיס לחדר הניתוח, ובכך צמצם דרמטית את שיעור הזיהומים הקטלניים לאחר פתיחת הדורה - ללא אנטיספסיס, מעל 85% מהמנותחים מתו מספסיס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עמודי התווך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הוא הכניס את האנטיספסיס לחדר הניתוח, ובכך צמצם דרמטית את שיעור הזיהומים הקטלניים לאחר פתיחת הדורה - ללא אנטיספסיס, מעל 85% מהמנותחים מתו מספסיס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ליסטר הציג טכניקת אנטיספסיס בחדר הניתוח בשנות ה-1860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לפני כן, למעלה מ-85% מהמנותחים בניתוחי מוח מתו מזיהום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אנטיספסיס פעל יחד עם פסטר וקוך ותורת החיידקים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 היא ההגדרה המדויקת. תשובה 1 שגויה (מורטון/סימפסון, לא ליסטר). תשובה 2 שגויה (לה-דראן/פטיט). תשובה 3 שגויה (הורסלי וקלארק, במאה ה-20 המוקדמת).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ג'וזף ליסטר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מנתח בריטי שהכניס טכניקות אנטיספסיס לחדר הניתוח בשנות ה-1860, ובכך צמצם דרמטית תמותה מזיהום.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חדר ניתוח 'מלוכלך' שבו כל ניצחון כירורגי מתבטל תוך ימים על ידי זיהום סמוי - ואז מגיע ליסטר ומוסיף 'שכבת הגנה' בלתי נראית שהופכת כל ניתוח מוצלח לבר-קיימא.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הרדמה בלבד (1846) לא הספיקה כדי לאפשר ניתוחי מוח בטוחים?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המאה ה-20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הרווי קושינג נחשב ל'אבי הנוירוכירורגיה האמריקאית', ולא רק כמנתח מוכשר נוסף?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הוא היה הראשון לבצע טרפינציה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הוא הפך ניתוחי מוח לתחום מקצועי מאורגן - עם חידושים טכניים (חוסם עורקים פנאומטי), מונוגרפיות מכוננות (גידולי יותרת המוח, סיווג גידולי מוח, מנינגיומה), ותלמידים שהמשיכו את דרכו (כמו וולטר דנדי)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הוא המציא את ה-CT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הוא היה הראשון לתאר את מרווח הצלילות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המאה ה-20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כי הוא הפך ניתוחי מוח לתחום מקצועי מאורגן - עם חידושים טכניים (חוסם עורקים פנאומטי), מונוגרפיות מכוננות (גידולי יותרת המוח, סיווג גידולי מוח, מנינגיומה), ותלמידים שהמשיכו את דרכו (כמו וולטר דנדי)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התאמן תחת הלסטד בג'ונס הופקינס וקוכר בברן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פיתח חוסם עורקים פנאומטי לקרקפת וחידושים טכניים נוספים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כתב מונוגרפיות מכוננות על יותרת המוח, סיווג גידולים ומנינגיומה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קושינג לא היה 'הראשון' בהיבט בודד, אלא זה שאיחד טכניקה, מחקר וכתיבה מדעית לכדי תת-התמחות מסודרת עם תלמידים (דנדי) שהמשיכו לפתח אותה. תשובה 1 שגויה (טרפינציה קדומה בהרבה). תשובה 3 שגויה (האונספילד, 1971). תשובה 4 שגויה (לה-דראן, המאה ה-18).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הרווי קושינג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אבי הנוירוכירורגיה האמריקאית (1869-1939); איחד טכניקה כירורגית קפדנית עם מחקר מדעי שיטתי.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מייסד חברה שלא רק בונה מוצר אחד מבריק, אלא מקים בית ספר, כותב את ספר ההדרכה, ומכשיר את הדור הבא (דנדי) שימשיך לחדש אחריו.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החיכוכים בין קושינג לדנדי (למשל סביב שוואנומה וסטיבולרית) מעניינים היסטורית?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המאה ה-18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'מרווח הצלילות' (lucid interval), ומי ניסח את המושג במאה ה-18?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תקופת צלילות בין אובדן הכרה ראשוני (מזעזוע מוח) לבין נמנום מאוחר יותר (מהצטברות דם, בעיקר המטומה אפידורלית) - נוסח על ידי ז'אן לואי פטיט ואנרי פרנסואה לה-דראן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הזמן שבו הרדמה פועלת במהלך ניתוח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התקופה שבין גילוי הרנטגן לגילוי ה-CT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משך הזמן שלוקח לזיהום להתפתח לאחר ניתוח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המאה ה-18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תקופת צלילות בין אובדן הכרה ראשוני (מזעזוע מוח) לבין נמנום מאוחר יותר (מהצטברות דם, בעיקר המטומה אפידורלית) - נוסח על ידי ז'אן לואי פטיט ואנרי פרנסואה לה-דראן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אובדן הכרה מיידי = תוצאה ישירה של זעזוע מוח (concussion)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נמנום מאוחר יותר, אחרי תקופת צלילות = תוצאה של צבירת דם (בעיקר המטומה אפידורלית)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קישר לראשונה דפוס זמני של תסמינים לפתולוגיה תוך-גולגולתית ספציפית שניתן לנתח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 מדויקת. תשובות 2, 3, 4 מתארות מושגים לא קשורים - הרדמה, פער הדמייתי, וזמן זיהום, בהתאמה.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מרווח הצלילות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תקופת צלילות בין אובדן הכרה ראשוני מזעזוע מוח לבין נמנום מאוחר הנובע מהמטומה מתפתחת.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'שקט לפני הסערה' רפואי: המטופל 'מתעורר' ונראה בסדר, אבל בשקט, דם מצטבר בפנים - וכשהוא שוב מאבד הכרה, זה כבר שלב מסוכן בהרבה.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זיהוי מרווח הצלילות היה תובנה קלינית מכרעת?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המאה ה-20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8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 פיתח את סורק ה-CT הראשון, ומה היה ייחודי ברקע המקצועי שלו?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וילהלם רנטגן, פיזיקאי גרמני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אגס מוניז, נוירולוג פורטוגזי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סר גודפרי האונספילד, מהנדס ללא רקע רפואי שעבד במעבדות EMI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אלכסנדר פלמינג, מיקרוביולוג בריטי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המאה ה-20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סר גודפרי האונספילד, מהנדס ללא רקע רפואי שעבד במעבדות EMI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האונספילד רעיין את השימוש בקרני רנטגן ממספר כיוונים לבניית תמונה משוחזרת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המכונה הראשונה שלו לקחה 9 ימים להפיק תמונה אחת (של מוח בקר)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עד 1971 הצליח להפיק סריקה אנושית בודדת תוך 4 דקות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האונספילד לא היה רופא אלא מהנדס-פיזיקאי במעבדות חברת EMI (חברת תקליטים!), והצליח ליישם רעיון הדמיה ממוחשבת רב-כיוונית. רנטגן (1) גילה את הרנטגן ב-1895 - שלב מוקדם יותר. מוניז (2) פיתח אנגיוגרפיה מוחית. פלמינג (4) גילה פניצילין.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סר גודפרי האונספילד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מהנדס בריטי שפיתח את סורק ה-CT הראשון בתחילת שנות ה-1970; זכה בפרס נובל.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מהנדס תקליטים שמביא את הדיוק ההנדסי שלו לרפואה, ובמקום להקליט קול, 'מקליט' חתכים של המוח ומרכיב אותם לתמונה תלת-ממדית.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שהאונספילד לא היה רופא?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הרדמה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אנטיספסיס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לוקליזציה מוחית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Smith Papyrus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פרוגנוזה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עת עתיקה מצרית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Godlee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קרניאקטומיה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טרפינציה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תרבות פרואנית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תומי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ג'וזף ליסטר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2026-09-07T23:32:17Z</dcterms:created>
  <dcterms:modified xsi:type="dcterms:W3CDTF">2026-09-07T23:32:17Z</dcterms:modified>
</cp:coreProperties>
</file>