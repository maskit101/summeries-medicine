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4: נוירואמבריולוגיה</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Neuroembryology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התפתחות הצינור העצבי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עובר בשבוע 6 להיריון נחשף לחוסר חמור בחומצה פולית. אם הפגיעה גורמת לכשל בסגירת הנוירופור הקדמי (יום 24), אילו שני ממצאים אנטומיים-משניים צפויים להיעדר לחלוטין כתוצאה מכך, ומדוע?</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מקלעת הכורואיד וגוף הפורניקס - כי הם נוצרים רק אחרי סגירת הצינור העצבי כולו</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עצם הפריאטלית והדורה מטר - כי הן נגזרות ישירות מהאקטודרם השטחי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הגולגולת המכסה, הקרומים והקרקפת באזור הפגם - כי כשל ב-lamina terminalis (הנגזרת מהנוירופור הקדמי) מונע אינדוקציה של המזודרם החופה מעליה, ולכן המבנים הגרמיים/קרומיים שאמורים להיווצר בהשראתה פשוט לא מתפתחים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המוחון והפדונקולים הצרבלריים - כי הם נגזרים מהנוירופור הקדמי בלבד</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התפתחות הצינור העצבי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הגולגולת המכסה, הקרומים והקרקפת באזור הפגם - כי כשל ב-lamina terminalis (הנגזרת מהנוירופור הקדמי) מונע אינדוקציה של המזודרם החופה מעליה, ולכן המבנים הגרמיים/קרומיים שאמורים להיווצר בהשראתה פשוט לא מתפתחים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ה-lamina terminalis נוצרת מסגירת הנוירופור הקדמי הרוסטרלי, בערך ביום 24</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מבנה זה משרה (indices) את המזודרם החופה מעליו ליצור את הגולגולת, הקרומים והעור מעל</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כשל בהיווצרות ה-lamina terminalis =&gt; כשל באינדוקציה =&gt; היעדר גולגולת/קרומים/עור סוגרים באזור הפגום</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זו בדיוק ההגדרה האנטומית של אננצפליה - לא רק חוסר ברקמת מוח, אלא כשל שרשרתי באינדוקציה של המבנים שמעליה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הפרק מדגיש שהלמינה טרמינליס היא תוצר ישיר של סגירת הנוירופור הקדמי, וכשלה מוביל לכשל באינדוקציה של המזודרם החופה - ולכן הגולגולת, הקרומים והקרקפת לא נסגרים באמצע. תשובה 0 שגויה כי מקלעת הכורואיד והפורניקס אינם תלויים ישירות בלמינה טרמינליס. תשובה 1 שגויה כי עצם הפריאטלית נוצרת מהמזודרם החופה עצמו, לא מהאקטודרם, ותלויה באינדוקציה תקינה מלמעלה. תשובה 3 שגויה - המוחון נגזר מרומבומר 1, לא מהנוירופור הקדמי.</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Lamina terminalis</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המבנה הרוסטרלי ביותר שנוצר מסגירת הנוירופור הקדמי; מהווה מקור לחלקים נרחבים בפרוזנצפלון (כולל גרעיני בסיס ומבני קו אמצע) ומשרה את התפתחות המזודרם/גולגולת מעליה.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את הלמינה טרמינליס כ'אבן יסוד' של קומה עליונה בבניין - אם אבן היסוד הזו לא מונחת, לא רק שהקומה עצמה לא נבנית, אלא שגם הגג (הגולגולת) שאמור להישען עליה פשוט לא נבנה כלל.</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דווקא כשל בנוירופור הקדמי (ולא האחורי) גורם למום כה קטלני כמו אננצפליה?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סקירה טרום-לידתית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בסקר סרום אימהי בשבוע 16-18 מתגלה רמת AFP גבוהה. איזה מנגנון מסביר את העלייה, ומדוע דווקא ב'ספינה ביפידה אוקולטה' (occulta, מכוסה עור שלם) רמת ה-AFP בדרך כלל תקינה?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AFP הוא ציטוקין דלקתי שמופרש כתגובה לכל מום עצבי, כולל occulta</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AFP הוא חלבון עוברי (מיוצר בכבד/מעי/שק החלמון העוברי) שבמום פתוח (ללא כיסוי עורי) דולף ישירות מהרקמה החשופה למי השפיר ומשם, בכמות קטנה, לדם האימהי - דליפה פסיבית התלויה בהיעדר מחסום עורי; ב-occulta העור שלם ומהווה מחסום, כך שאין דליפה ו-AFP נשאר תקין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רמת AFP עולה אך ורק כתוצאה מפגיעה כלייתית עוברית משנית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AFP מיוצר על ידי השליה בלבד וברמה קבועה בכל היריון, ללא קשר למום</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סקירה טרום-לידתית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AFP הוא חלבון עוברי (מיוצר בכבד/מעי/שק החלמון העוברי) שבמום פתוח (ללא כיסוי עורי) דולף ישירות מהרקמה החשופה למי השפיר ומשם, בכמות קטנה, לדם האימהי - דליפה פסיבית התלויה בהיעדר מחסום עורי; ב-occulta העור שלם ומהווה מחסום, כך שאין דליפה ו-AFP נשאר תקין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AFP הוא חלבון עוברי שמיוצר בכבד, מערכת העיכול ושק החלמון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במום פתוח (open NTD) - אין עור שלם שמפריד בין הרקמה העצבית/רקמת השדרה למי השפיר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AFP דולף באופן פסיבי (לא פעיל, לא דלקתי) מהרקמה החשופה למי השפיר, ומשם בכמות קטנה יותר לדם האם</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80% מספינה ביפידה פתוחה ו-95% מאננצפליה מזוהות כך; ב-occulta (עור שלם) אין דליפה =&gt; AFP תקין</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המנגנון הוא דליפה פיזית-פסיבית, לא תהליך דלקתי או פעיל. תשובה 0 שגויה - AFP אינו ציטוקין ואינו תגובה דלקתית. תשובה 2 שגויה - אין קשר בין AFP לתפקוד כלייתי עוברי בהקשר הזה. תשובה 3 שגויה - AFP מיוצר בעיקר על ידי העובר עצמו (לא השליה) וברמות המשתנות מאוד בהתאם לנוכחות מום פתוח.</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Open neural tube defect</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פגם בצינור העצבי שבו הרקמה העצבית/הקרומים חשופים ישירות למי השפיר ללא כיסוי עורי מלא - בניגוד ל-occulta, שבו העור שלם.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בלון (העובר) עם חור פתוח לעומת בלון שלם - מנוזל שדולף החוצה מהבלון הפתוח, לעומת בלון השלם שבו שום דבר לא זולג. AFP הוא הנוזל, והעור השלם/הפתוח הוא ההבדל.</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הבדיקה נעשית דווקא בשבוע 16-18 ולא מוקדם או מאוחר יותר?</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נוירונוגנזה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בניסוי מעבדה, חוקרים חוסמים לחלוטין את פעילות החלבון Notch1 בתאי נוירואפיתל בשלב מוקדם של נוירונוגנזה. איזו תוצאה סבירה ביותר, בהתבסס על תפקידו התקין של Notch1 בחלוקה א-סימטרית?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עודף תאים ינסה 'להיוותר' כתאי נוירואפיתל במקום להתמיין לנוירובלסטים נודדים, כי Notch1 (המתמקם בזאלית בחלוקה א-סימטרית) הוא זה שמכוון תא בת להפוך לנוירובלסט - חסימתו צפויה לפגוע ביצירת נוירובלסטים נודדים ולהאט את אכלוס הקורטקס</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התאים יהפכו מיידית לנוירונים בוגרים ללא צורך בהגירה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לא תהיה שום השפעה כי Notch1 פעיל רק במיאלינציה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התאים יעברו אפופטוזיס מיידי ללא קשר לתהליך המיגרציה</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נוירונוגנזה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עודף תאים ינסה 'להיוותר' כתאי נוירואפיתל במקום להתמיין לנוירובלסטים נודדים, כי Notch1 (המתמקם בזאלית בחלוקה א-סימטרית) הוא זה שמכוון תא בת להפוך לנוירובלסט - חסימתו צפויה לפגוע ביצירת נוירובלסטים נודדים ולהאט את אכלוס הקורטקס</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בחלוקה א-סימטרית, Notch1 ו-Numb מתחלקים בצורה לא שווה בין תאי הבת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Numb ממוקם אפיקלית - התא שמקבל אותו נשאר נוירואפיתלי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Notch1 ממוקם בזאלית - קשור לתא שהופך לנוירובלסט הנודד</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חסימת Notch1 =&gt; פגיעה ביצירת נוירובלסטים =&gt; האטה באכלוס הקורטקס בשכבות החדשות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Notch1 ו-Numb הם המתג המולקולרי שקובע איזה תא בת נשאר נוירואפיתלי ואיזה הופך לנוירובלסט נודד. חסימת Notch1 צפויה לשבש את התהליך שדרכו נוצרים נוירובלסטים חדשים. תשובה 1 שגויה - התמיינות לנוירון בוגר דורשת הגירה תקינה תחילה, לא קפיצה ישירה. תשובה 2 שגויה - Notch1 פעיל בשלב מוקדם הרבה יותר (נוירונוגנזה), לא במיאלינציה. תשובה 3 שגויה - אין קשר ישיר בין חסימת Notch1 לאפופטוזיס מיידי בהקשר זה.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חלוקה א-סימטרית (Asymmetric cell division)</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חלוקת תא שבה שני תאי הבת מקבלים כמויות לא-שוות של חלבונים מסוימים (כאן: Notch1, Numb), וכתוצאה מכך מקבלים גורלות תאיים שונים.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תאומים שמקבלים ירושה לא שווה: אחד מקבל 'רישיון נסיעה' (Notch1) ויוצא לדרך (מיגרציה), השני נשאר 'בבית המשפחה' (Numb, נוירואפיתל) וממשיך את קו המשפחה (מתחלק שוב).</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צריך מנגנון שיוצר אי-שוויון בין תאי בת, ולא פשוט לתת לכל התאים להתמיין יחד בבת אחת?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הפרעות מיגרציה נוירונלית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תינוק בן 4 חודשים מגיע עם התכווצויות אפילפטיות קשות ועיכוב התפתחותי חמור. MRI מגלה קורטקס חלק עם מראה 'figure-of-8' ו-4 שכבות קורטיקליות בלבד בביופסיה. אילו שני גנים הכי סביר שמעורבים, ומהו המנגנון התאי המשותף לפגיעתם?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SHH ו-PTC - הפוגעים בהפרדת ההמיספרות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FLNA ו-EMX2 - הפוגעים ביצירת חסמים כימיים בין רומבומרים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Pax6 ו-Wnt1 - הפוגעים בגרדיאנט הדורסוונטרלי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LIS1 ו-DCX - שניהם מקודדים חלבונים החיוניים לתפקוד תקין של המיקרוטובולים בנוירובלסט הנודד; פגיעה בהם משבשת את 'מנוע ההגירה' לאורך סיבי הגליה הרדיאליים, כך שהנוירובלסטים נעצרים באמצע הדרך ולא מגיעים לשכבתם הסופית בקורטקס</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הפרעות מיגרציה נוירונלית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LIS1 ו-DCX - שניהם מקודדים חלבונים החיוניים לתפקוד תקין של המיקרוטובולים בנוירובלסט הנודד; פגיעה בהם משבשת את 'מנוע ההגירה' לאורך סיבי הגליה הרדיאליים, כך שהנוירובלסטים נעצרים באמצע הדרך ולא מגיעים לשכבתם הסופית בקורטקס</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לישנצפליה סוג 1 מזוהה קלינית עם קורטקס חלק ו-4 שכבות היסטולוגיות בלבד (במקום 6)</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LIS1 ו-DCX מקודדים חלבונים החיוניים לתפקוד המיקרוטובולים בתוך התא הנודד</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בלעדיהם, הנוירובלסט לא מסוגל 'לטפס' כראוי על סיבי הגליה הרדיאליים ונעצר באמצע המסלול</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תבנית ה-MRI ('figure-of-8') נובעת מכך שהביקוע הסילביאני נשאר פתוח כי הקורטקס שמסביבו לא התפתח כראוי</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LIS1 ו-DCX הם שני הגנים המרכזיים בלישנצפליה קלאסית, ושניהם פוגעים בפונקציה המיקרוטובולרית הנחוצה למיגרציה. תשובה 0 שגויה - SHH/PTC קשורים להולופרוזאנצפליה, לא ללישנצפליה. תשובה 1 שגויה - FLNA קשור להטרוטופיה פריוונטריקולרית (כשל מיגרציה מוחלט, לא עצירה באמצע), ו-EMX2 קשור לסכיזנצפליה. תשובה 2 שגויה - Pax6/Wnt1 קשורים לגרדיאנטים דורסוונטרליים בשלב מוקדם יותר של פטרנינג, לא למיגרציה.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Lissencephaly type 1</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מום מיגרציה נוירונלית עם קורטקס חלק (ללא גיריפיקציה תקינה) ומבנה היסטולוגי של 4 שכבות בלבד, הנגרם לרוב ממוטציות ב-LIS1 או DCX הפוגעות בתפקוד מיקרוטובולי.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נוסע שצריך לטפס בחבל (סיב הגליה הרדיאלי) כדי להגיע לקומה העליונה (הקורטקס) - אם ה'ידיים' שלו (המיקרוטובולים) פגומות, הוא נתקע באמצע החבל ולא מגיע ליעד.</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דווקא מוטציית DCX (בכרומוזום X) גורמת לתמונה קלינית שונה אצל בנות מאשר אצל בנים?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מומי פרוזנצפלון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יילוד עם עין אחת מרכזית (ציקלופיה) ופרובוסיס מעל לעין. הדמיית מוח מגלה חדר יחיד באמצע הקו וללא הפרדה בין ההמיספרות. מהו הבסיס המולקולרי המשותף שמסביר את שני הממצאים (הפנים והמוח) יחד, ולא כשני מומים נפרדים במקרה?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מדובר בצירוף מקרים - שני מומים בלתי תלויים שקרו במקביל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מום הפנים גרם ללחץ מכני שדחס את המוח ומנע ממנו להיפרד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מסלול האיתות של Shh (הקושר ל-Ptc ומשחרר עיכוב על Smoothened) פועל הן בפרוזנצפלון הוונטרלי (הפרדה להמיספרות) והן בנוירל קרסט המזנצפלי (יצירת עצמות ומבני קו האמצע בפנים) - פגיעה חמורה במסלול המשותף (כגון מוטציה ב-SHH עצמו) פוגעת בשני התהליכים בו-זמנית ובעוצמה דומה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מדובר בזיהום ויראלי מקומי שפגע רק ברקמת הפנים</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מומי פרוזנצפלון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מסלול האיתות של Shh (הקושר ל-Ptc ומשחרר עיכוב על Smoothened) פועל הן בפרוזנצפלון הוונטרלי (הפרדה להמיספרות) והן בנוירל קרסט המזנצפלי (יצירת עצמות ומבני קו האמצע בפנים) - פגיעה חמורה במסלול המשותף (כגון מוטציה ב-SHH עצמו) פוגעת בשני התהליכים בו-זמנית ובעוצמה דומה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Shh הפעיל נקשר לקולטן Ptc, המשחרר עיכוב קבוע על Smoothened ומפעיל גנים דורסליזטוריים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מסלול זה חיוני להפרדת הפרוזנצפלון הוונטרלי לשתי המיספרות סביב יום 33</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אותו מסלול בדיוק חיוני גם לנוירל קרסט המזנצפלי, שיוצר עצמות ממברנתיות של הפנים והארובות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פגיעה חמורה (למשל מוטציית SHH) =&gt; פגיעה בשני התהליכים יחד =&gt; חומרת מוח מקבילה לחומרת פנים (ציקלופיה = אלובר)</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הקשר בין מום הפנים למום המוח בהולופרוזאנצפליה הוא מנגנוני-גנטי אמיתי - מסלול SHH משותף לשני התהליכים, לא צירוף מקרים ולא סיבתיות מכנית. תשובות 0 ו-3 שגויות עובדתית לפי הפרק. תשובה 1 הפוכה מהמנגנון האמיתי - אין קשר מכני, אלא מקור גנטי-התפתחותי משותף.</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Sonic Hedgehog (SHH) pathway</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מסלול איתות תאי מרכזי בהתפתחות העוברית; Shh פעיל נקשר לקולטן Ptc, משחרר את הדיכוי על Smoothened, ומפעיל גנים דורסליזטוריים - חיוני להפרדת הפרוזנצפלון ולנוירל קרסט הקרניופציאלי.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בניינים (המוח והפנים) שמחוברים לאותה תשתית חשמל מרכזית (מסלול SHH) - אם קורה קצר חשמלי בתשתית המרכזית, שני הבניינים ייפגעו יחד ובעוצמה דומה, לא באקראי אלא כי הם תלויים באותו מקור.</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דווקא הוריאנט הבין-המיספרי האמצעי (MIHV) של הולופרוזאנצפליה 'שובר' את הכלל של 'חומרת פנים = חומרת מוח'?</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סגמנטציה ופטרנינג</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הגבול הסגמנטלי הראשון שנוצר בצינור העצבי המתפתח, ומדוע הוא מכונה 'מארגן' עבור שאר הנוירומרים שמסביבו?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הגבול בין רומבומר 7 ל-8, כי שם נוצרים רוב העצבים הגולגולתיים התחתונים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הגבול בין המזנצפלון לרומבומר 1 (r1), הנשלט על ידי מעגל גנים (Wnt1, En1/En2, Otx2) - יותר גנים מעורבים ביצירתו מאשר בכל גבול נוירומרי אחר, וממנו נגזרת ההשפעה על היווצרות שאר הנוירומרים הסמוכים (רוסטרלית וקאודלית)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הגבול בין הפרוזנצפלון לדיאנצפלון, כי שם נוצר התלמוס</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גבול 'מארגן' יחיד - כל הגבולות נוצרים בו-זמנית ובעוצמה שווה</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סגמנטציה ופטרנינג</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הגבול בין המזנצפלון לרומבומר 1 (r1), הנשלט על ידי מעגל גנים (Wnt1, En1/En2, Otx2) - יותר גנים מעורבים ביצירתו מאשר בכל גבול נוירומרי אחר, וממנו נגזרת ההשפעה על היווצרות שאר הנוירומרים הסמוכים (רוסטרלית וקאודלית)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הגבול בין המזנצפלון ל-r1 הוא הראשון שנוצר בהתפתחות הצינור העצבי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יותר גנים מארגנים (Wnt1, En1, En2, Otx2) מעורבים ביצירתו מאשר בכל גבול אחר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Wnt1 חיוני להפעלה ולשימור הביטוי של En1/En2; Otx2 מופיע מוקדם וחיוני לביטוי המאוחר של שלושתם</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מגבול זה נגזרת ההשפעה המארגנת על נוירומרים רוסטרליים וקאודליים אליו - ולכן הוא 'המארגן' המרכזי</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מציין במפורש שהגבול המזנצפלי-מטנצפלי הוא הראשון להיווצר ושמעורבים בו יותר גנים מכל גבול נוירומרי אחר. תשובה 0 שגויה - גבול r7/r8 אינו מוזכר כ'מארגן' מיוחד. תשובה 2 שגויה - גבול הפרוזנצפלון-דיאנצפלון אינו מתואר כמארגן הראשוני. תשובה 3 שגויה עובדתית - יש היררכיה ברורה בזמן ובחשיבות בין הגבולות השונים.</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Mesencephalic-metencephalic organizer</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אזור הגבול בין המוח התיכון לרומבומר 1, הפועל כמרכז איתות שמכוון את התפתחות הרקמות הסמוכות לו דרך מעגל הגנים Wnt1-En1/En2-Otx2.</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את גבול המזנצפלון-r1 כ'תחנת רכבת מרכזית' שממנה יוצאות כל שאר המסילות (הנוירומרים) - היא לא רק תחנה אחת מיני רבות, אלא הצומת שממנו הכל מתארגן.</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דווקא r1 - ולא רומבומר אחר - נגזר ממנו כל קורטקס המוחון?</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נוירל קרסט</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תאי נוירל קרסט נוצרים בקו האמצע הגבי של הצינור העצבי ברגע סגירתו. אילו מבנים בוגרים הם יוצרים, ולמה חלק מהם (עצמות הפנים) נחשבים ל'חריגים' ביחס למקור העוברי של רוב שאר העצם בגוף?</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גרעינים ספינליים וסימפתטיים, מדולת אדרנל (תאים כרומאפינים), מלנוציטים, ובנוסף - עצמות ממברנתיות של הפנים והגולגולת דרך הנוירל קרסט הפרוזנצפלי/מזנצפלי, שהוא חריג כי רוב עצמות הגוף נגזרות ממזודרם (סקלרוטום) ולא מרקמה נוירואקטודרמלית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גרעינים סימפתטיים - שאר המבנים נגזרים מהמזודרם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עצמות הפנים - שאר המבנים נגזרים מהאנדודרם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מערכת העצבים ההיקפית והמרכזית גם יחד</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נוירל קרסט</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גרעינים ספינליים וסימפתטיים, מדולת אדרנל (תאים כרומאפינים), מלנוציטים, ובנוסף - עצמות ממברנתיות של הפנים והגולגולת דרך הנוירל קרסט הפרוזנצפלי/מזנצפלי, שהוא חריג כי רוב עצמות הגוף נגזרות ממזודרם (סקלרוטום) ולא מרקמה נוירואקטודרמלית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נוירל קרסט תורם למערכת העצבים ההיקפית: גרעינים ספינליים (dorsal root), סימפתטיים, ותאים כרומאפיניים במדולת האדרנל</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תורם גם למלנוציטים (פיגמנטציה של העור)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הנוירל קרסט הפרוזנצפלי/מזנצפלי (חלק ייחודי) נודד ליצירת עצמות ממברנתיות של הפנים, הארובות והאף</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זה חריג כי ברוב הגוף עצם נוצרת מהסקלרוטום המזודרמלי - כאן מקור נוירואקטודרמלי יוצר עצם, לא שריר/עור בלבד</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נוירל קרסט תורם למגוון רחב של רקמות ממקור ectodermal, כולל החריג הבולט - עצמות ממברנתיות של הפנים. תשובה 1 שגויה - הרשימה חלקית מדי. תשובה 2 שגויה - מקור הנוירל קרסט הוא נוירואקטודרם, לא אנדודרם, והרשימה חלקית. תשובה 3 שגויה - נוירל קרסט אינו תורם למערכת העצבים המרכזית (זו נגזרת ישירות מהצינור העצבי עצמו).</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Neural crest</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אוכלוסיית תאים המקורית בקו האמצע הגבי של הצינור העצבי בזמן סגירתו, הנודדת בנתיבים מוגדרים ליצירת מגוון רקמות: מערכת עצבים היקפית, מדולת אדרנל, מלנוציטים, ובחלק הראשי - עצמות ממברנתיות של הפנים.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את הנוירל קרסט כ'ועדת הגירה' שיוצאת מבירת המדינה (הצינור העצבי) בדיוק כשהגבולות נסגרים, ומתפזרת להקים ישובים חדשים בכל רחבי הממלכה - חלקם הופכים לרשתות תקשורת (גרעינים עצביים), חלקם למפעלי צבע (מלנוציטים), וקבוצה מיוחדת אחת אפילו בונה עצמה בעצמה (עצמות הפנים) - דבר שאף קבוצת מהגרים אחרת בגוף לא עושה.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פגיעה בהגירת הנוירל קרסט (למשל בתסמונת CHARGE או DiGeorge) פוגעת גם בלב וגם בפנים בו-זמנית?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הפרעות מיגרציה נוירונלית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שלושה תינוקות עם MRI מוחי חריג: תינוק A - קורטקס חלק לחלוטין. תינוק B - קורטקס נראה כמעט תקין אבל יש קשרי אפור כפולים צמודים לדפנות החדרים הצדדיים. תינוק C - חריץ עמוק מלא בעובי ההמיספרה, מהקורטקס ועד לחדר. התאימי כל מקרה למנגנון ולגן הנכון.</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A=FLNA (הטרוטופיה), B=LIS1/DCX (לישנצפליה), C=EMX2 (סכיזנצפליה) - כל ההתאמות הפוכות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A=EMX2, B=FLNA, C=LIS1/DCX - סדר מעורבב</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השלושה נגרמים מאותו גן - FLNA - בדרגות חומרה שונות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A=לישנצפליה (LIS1/DCX, עצירה מוחלטת של רוב האוכלוסייה באמצע הדרך), B=הטרוטופיה פריוונטריקולרית (FLNA, כשל מיגרציה מוחלט - הנוירונים לא זזים כלל ונשארים צמודים לחדר), C=סכיזנצפליה (EMX2 בחלק מהמקרים, או מנגנון וסקולרי - חריץ מלא pial-ependymal seam)</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הפרעות מיגרציה נוירונלית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A=לישנצפליה (LIS1/DCX, עצירה מוחלטת של רוב האוכלוסייה באמצע הדרך), B=הטרוטופיה פריוונטריקולרית (FLNA, כשל מיגרציה מוחלט - הנוירונים לא זזים כלל ונשארים צמודים לחדר), C=סכיזנצפליה (EMX2 בחלק מהמקרים, או מנגנון וסקולרי - חריץ מלא pial-ependymal seam)</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תינוק A: קורטקס חלק לחלוטין = לישנצפליה - כשל ב-LIS1/DCX פוגע במיקרוטובולים, נוירובלסטים נעצרים באמצע המסלול</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תינוק B: הטרוטופיה פריוונטריקולרית - כשל ב-FLNA (פילמין, חלבון קושר אקטין) גורם לכך שהנוירונים לא מתחילים להגר כלל, ונשארים צמודים לחדרים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תינוק C: סכיזנצפליה - חריץ מלא (pial-ependymal seam) מהחדר עד הפיה; EMX2 זוהה בחלק קטן מהמקרים, אחרים נובעים ממנגנון וסקולרי-איסכמי</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ההבדל המרכזי: לישנצפליה = מיגרציה שהתחילה ונעצרה; הטרוטופיה = מיגרציה שלא התחילה כלל</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כל מום נובע ממנגנון שונה בדיוק: לישנצפליה - הפרעה ב'מנוע' ההגירה (מיקרוטובולים) שגורמת לעצירה תוך כדי תנועה; הטרוטופיה פריוונטריקולרית - כשל מוחלט בהתחלת ההגירה (הבדל קריטי מלישנצפליה!); סכיזנצפליה - פגם מבני מלא בדופן ההמיספרה, לרוב עם מרכיב וסקולרי. תשובות 0 ו-1 מערבבות בין הגנים למקרים הלא-נכונים. תשובה 2 שגויה - שלושת המצבים נובעים ממנגנונים גנטיים/פתולוגיים נפרדים לחלוטין, לא מאותו גן.</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Periventricular nodular heterotopia</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מום מיגרציה שבו ההגירה נכשלת לחלוטין (לא רק נעצרת באמצע) - הנוירונים נשארים כגושים (nodules) צמודים לדפנות החדרים הצדדיים, בדרך כלל עקב מוטציה ב-FLNA.</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שלושה טיולים שנכשלו בדרכים שונות: הראשון (לישנצפליה) יצא לדרך אבל הרכב התקלקל באמצע (מיקרוטובולים פגומים); השני (הטרוטופיה) אף פעם לא יצא מהבית (כשל בהתחלה); השלישי (סכיזנצפליה) - הכביש עצמו נסדק לאורך כל הדרך (פגם מבני בדופן).</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להבדיל בין 'עצירה באמצע' (לישנצפליה) ל'כשל בהתחלה' (הטרוטופיה) ולא רק לומר 'שתיהן הפרעות מיגרציה'?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Lamina terminalis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נוירופור קדמי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אננצפליה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אינדוקציה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מזודרם חופה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AFP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פגם צינור עצבי פתוח</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ספינה ביפידה אוקולטה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סקר סרום אימהי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Notch1</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Numb</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חלוקה א-סימטרית</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2026-08-12T16:35:12Z</dcterms:created>
  <dcterms:modified xsi:type="dcterms:W3CDTF">2026-08-12T16:35:12Z</dcterms:modified>
</cp:coreProperties>
</file>