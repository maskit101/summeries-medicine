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10: פיזיולוגיה של נוזל השדרה (CSF)</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Physiology of the Cerebrospinal Fluid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דוקטרינת מונרו-קלי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דוקטרינת מונרו-קלי, מהי המשוואה הבסיסית המתארת את יחסי הנפח בתוך הגולגולת הקשיחה, ומה קורה כאשר מופיעה מסה חדשה (VOTHER) כמו גידול?</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VBRAIN בלבד נקבע - דם ו-CSF אינם משתתפים בוויסות הנפח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VBRAIN + VBLOOD + VCSF (+VOTHER) = נפח תוך-גולגולתי קבוע; הופעת VOTHER מחייבת ירידה הדדית (reciprocal) באחד או יותר מהשלושה האחרים כדי לשמר ICP תקין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הנפח התוך-גולגולתי הכולל יכול לגדול בהתאם לגידול, כי הדורה מטר גמישה מספיק</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CSF מתפנה כתגובה לכל שינוי נפח, ללא מעורבות של דם</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דוקטרינת מונרו-קלי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VBRAIN + VBLOOD + VCSF (+VOTHER) = נפח תוך-גולגולתי קבוע; הופעת VOTHER מחייבת ירידה הדדית (reciprocal) באחד או יותר מהשלושה האחרים כדי לשמר ICP תקין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נפח המוח, הדם וה-CSF (בתוספת כל מסה חריגה) שווה תמיד לנפח תוך-גולגולתי קבוע</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1295C">
              <a:alpha val="12000"/>
            </a:srgbClr>
          </a:solidFill>
          <a:ln w="15875">
            <a:solidFill>
              <a:srgbClr val="21295C"/>
            </a:solidFill>
            <a:prstDash val="solid"/>
          </a:ln>
        </p:spPr>
      </p:sp>
      <p:sp>
        <p:nvSpPr>
          <p:cNvPr id="11" name="Shape 9"/>
          <p:cNvSpPr/>
          <p:nvPr/>
        </p:nvSpPr>
        <p:spPr>
          <a:xfrm>
            <a:off x="11292840" y="3044952"/>
            <a:ext cx="256032" cy="256032"/>
          </a:xfrm>
          <a:prstGeom prst="ellipse">
            <a:avLst/>
          </a:prstGeom>
          <a:solidFill>
            <a:srgbClr val="21295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הגולגולת קשיחה - אינה יכולה להתרחב כדי לפנות מקום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הופעת מסה חדשה (VOTHER) מחייבת פיצוי הדדי - ירידה בנפח דם ו/או CSF</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כשמאגרי הפיצוי מתרוקנים - כל תוספת נפח נוספת מעלה ICP בחדות (דקומפנסציה)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מתעלמת מהעובדה שדם ו-CSF הם מרכיבים פעילים בפיצוי, לא רק המוח. תשובה 2 שגויה - הדורה מטר אינה גמישה בצורה משמעותית בבוגר, ולכן הנפח הכולל אכן קבוע. תשובה 3 שגויה - גם דם וגם CSF משתתפים בפיצוי ההדדי, לא רק CSF.</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VOTHER</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כל נפח חריג שאינו מוח, דם או CSF תקינים - כמו גידול, המטומה או בצקת - שהוספתו לתוך הגולגולת הקשיחה מחייבת פיצוי הדדי בשלושת המרכיבים הרגילים.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מעלית ישנה עם משקל מרבי קבוע ושלושה נוסעים קבועים (מוח, דם, CSF). כשנכנס נוסע רביעי בלתי צפוי (הגידול), השלושה חייבים 'להידחס' זה לזה כדי לפנות מקום - עד שאין יותר לאן להידחס, ואז כל תוספת קטנה מרגישה הרבה יותר כבדה.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גידול שגדל לאט לרוב 'שקט' קלינית זמן רב, בעוד דימום פתאומי קטן יחסית עלול לגרום להידרדרות מהירה?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ייצור CSF</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היכן מיוצר רוב ה-CSF, ומה המאפיין הפיזיולוגי החשוב ביותר של קצב הייצור הזה מבחינה קלינית?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בגרנולציות העכבישיות, בקצב המשתנה ביחס ישר ל-ICP</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בחדר הרביעי בלבד, בקצב שעולה ליניארית עם לחץ הדם העורקי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במקלעת הכורואיד (ובתרומה נוספת מהאפנדימה החדרית), בקצב קבוע יחסית (כ-0.35-0.48 מ"ל/דקה) שאינו תלוי משמעותית ב-ICP</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בסינוסים הוורידיים הדוראליים, כתוצר לוואי של ספיגת דם ורידי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ייצור CSF</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במקלעת הכורואיד (ובתרומה נוספת מהאפנדימה החדרית), בקצב קבוע יחסית (כ-0.35-0.48 מ"ל/דקה) שאינו תלוי משמעותית ב-ICP</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מקור הייצור העיקרי: מקלעת הכורואיד בחדרים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תרומה נוספת אפשרית מהאפנדימה החדרית (50-100%)</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קצב הייצור יציב (~0.35-0.48 מ"ל/דקה) וכמעט בלתי תלוי ב-ICP</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משמעות: הגוף אינו 'מווסת החוצה' ייצור עודף - ההתמודדות היא דרך ספיגה/נפח אחר</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הפוכה - גרנולציות עכבישיות הן אתר הספיגה, לא הייצור. תשובה 1 שגויה - הייצור אינו מוגבל לחדר הרביעי בלבד ואינו תלוי ליניארית בלחץ הדם. תשובה 3 שגויה עובדתית - סינוסים ורידיים הם אתר ניקוז/ספיגה של CSF, לא ייצור.</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מקלעת הכורואיד (Choroid Plexus)</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קפלים של הפיה מטר עם כלי דם צפופים, עטופים בתאי אפנדימה כוריאודליים בעלי מיקרווילי רבים, המהווים את המקור העיקרי לייצור CSF.</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קו ייצור במפעל שרץ בקצב קבוע 24/7 ולא מגיב ל'ביקוש בשוק' (ICP) - גם אם המחסן (מרחב ה-CSF) כבר כמעט מלא, קו הייצור ממשיך לעבוד באותו קצב, ולכן הפתרון חייב לבוא מצד הפינוי (ספיגה) ולא מהאטת הייצור.</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עובדה זו (שהייצור לא תלוי ב-ICP) חשובה לבחירת טיפול בהידרוצפלוס?</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הרכב CSF</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אוסמולליות ה-CSF כמעט זהה לזו של הפלזמה (289 מול 289), אך הרכב האלקטרוליטים הבודדים שונה שיטתית. מה זה מוכיח לגבי מנגנון ייצור ה-CSF?</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ה-CSF אינו יכול להיות תוצר סינון פסיבי בלבד - ההבדלים השיטתיים באלקטרוליטים בודדים (יותר Na/Cl/Mg, פחות K/Ca) מעידים על הפרשה פעילה תלוית-אנרגיה (ATP) בנוסף לסינון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האוסמולליות הזהה מוכיחה שמדובר בסינון פסיבי טהור של פלזמה דרך לחץ הידרוסטטי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ההבדלים נובעים אך ורק מזיהום מדגם ה-CSF בדם בזמן הדגימה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הבדל אמיתי בין הרכב הפלזמה ל-CSF - זו טעות מדידה היסטורית</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הרכב CSF</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ה-CSF אינו יכול להיות תוצר סינון פסיבי בלבד - ההבדלים השיטתיים באלקטרוליטים בודדים (יותר Na/Cl/Mg, פחות K/Ca) מעידים על הפרשה פעילה תלוית-אנרגיה (ATP) בנוסף לסינון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028090">
              <a:alpha val="12000"/>
            </a:srgbClr>
          </a:solidFill>
          <a:ln w="15875">
            <a:solidFill>
              <a:srgbClr val="028090"/>
            </a:solidFill>
            <a:prstDash val="solid"/>
          </a:ln>
        </p:spPr>
      </p:sp>
      <p:sp>
        <p:nvSpPr>
          <p:cNvPr id="7" name="Shape 5"/>
          <p:cNvSpPr/>
          <p:nvPr/>
        </p:nvSpPr>
        <p:spPr>
          <a:xfrm>
            <a:off x="11292840" y="2176272"/>
            <a:ext cx="256032" cy="256032"/>
          </a:xfrm>
          <a:prstGeom prst="ellipse">
            <a:avLst/>
          </a:prstGeom>
          <a:solidFill>
            <a:srgbClr val="028090"/>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אוסמולליות כוללת דומה - אך זה לא אומר תהליך זהה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CSF עשיר יותר ב-Na+, Cl-, Mg2+ מהפלזמה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CSF דל יותר ב-K+, Ca2+, חלבון מהפלזמה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המסקנה: יש הפרשה פעילה תלוית-ATP, לא רק סינון הידרוסטטי</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תשובה 1 סותרת את הנתונים עצמם - סינון פסיבי טהור היה משאיר את יחסי האלקטרוליטים דומים לפלזמה, לא רק את האוסמולליות הכוללת. תשובה 2 אינה נתמכת - ההבדלים השיטתיים והעקביים (לא אקראיים) שוללים הסבר של זיהום מקרי. תשובה 3 שגויה עובדתית - הנתונים מבוססים על מדידות חוזרות ועקביות בספרות.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אולטרה-פילטרט (Ultrafiltrate)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נוזל שנוצר על ידי סינון פסיבי של פלזמה דרך ממברנה, ללא שינוי פעיל בהרכב האלקטרוליטים - בניגוד להפרשה פעילה שמשנה את ההרכב היחסי.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שתי כוסות מים עם אותה כמות סוכר כוללת (אותה 'מתיקות' כללית) - אבל בכוס אחת השתמשו בסוכר לבן והשנייה בתערובת סוכר חום ודבש. הטעם הכולל (אוסמולליות) דומה, אבל ה'מרכיבים' (אלקטרוליטים) שונים לגמרי - סימן שמישהו 'התערב' בתהליך בכוונה, זו לא הייתה סתם מזיגה פסיבית.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לדעת שיש הפרשה פעילה ולא רק סינון פסיבי?</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ספיגת CSF</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המבנה האחראי לספיגת CSF חזרה למחזור הדם, מה ייחודי במבנה שלו, ובאיזה לחץ הספיגה נפסקת כמעט לחלוטין?</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מקלעת הכורואיד - אותו מבנה שאחראי גם על הייצור, בכל טווח לחץ</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האפנדימה החדרית - ספיגה מתרחשת בקצב קבוע ללא תלות בלחץ</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הפיה מטר בלבד - ספיגה נמשכת גם בלחץ שלילי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גרנולציות עכבישיות (arachnoid granulations) - שסתום חד-כיווני מהמרחב התת-עכבישי אל הסינוסים הוורידיים הדוראליים; הספיגה נפסקת כמעט לגמרי מתחת ל-5 מ"מ כספית</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ספיגת CSF</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גרנולציות עכבישיות (arachnoid granulations) - שסתום חד-כיווני מהמרחב התת-עכבישי אל הסינוסים הוורידיים הדוראליים; הספיגה נפסקת כמעט לגמרי מתחת ל-5 מ"מ כספית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69A297">
              <a:alpha val="12000"/>
            </a:srgbClr>
          </a:solidFill>
          <a:ln w="15875">
            <a:solidFill>
              <a:srgbClr val="69A297"/>
            </a:solidFill>
            <a:prstDash val="solid"/>
          </a:ln>
        </p:spPr>
      </p:sp>
      <p:sp>
        <p:nvSpPr>
          <p:cNvPr id="7" name="Shape 5"/>
          <p:cNvSpPr/>
          <p:nvPr/>
        </p:nvSpPr>
        <p:spPr>
          <a:xfrm>
            <a:off x="11292840" y="2176272"/>
            <a:ext cx="256032" cy="256032"/>
          </a:xfrm>
          <a:prstGeom prst="ellipse">
            <a:avLst/>
          </a:prstGeom>
          <a:solidFill>
            <a:srgbClr val="69A29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מבנה: גרנולציות/וילי עכבישיים הבולטים לתוך הסינוסים הוורידיים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תפקוד: שסתום חד-כיווני - מונע זרימת דם חזרה ל-CSF</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מנגנון הנעה: לחץ הידרוסטטי גבוה יותר במרחב התת-עכבישי מניע זרימה קדימה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סף קריטי: ספיגה נפסקת כמעט לחלוטין מתחת ל-5 מ"מ כספית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תשובה 0 שגויה - מקלעת הכורואיד אחראית לייצור, לא לספיגה. תשובה 1 שגויה - האפנדימה אינה אתר הספיגה העיקרי, וספיגה כן תלויית-לחץ (נפסקת מתחת ל-5 מ"מ כספית). תשובה 2 שגויה - הפיה מטר אינה אתר הספיגה העיקרי, וספיגה אינה נמשכת בלחץ שלילי/נמוך מדי.</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גרנולציות עכבישיות (Arachnoid Granulations/Villi)</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בליטות של הממברנה העכבישית לתוך לומן הסינוסים הוורידיים הדוראליים, המאפשרות מעבר חד-כיווני של CSF מהמרחב התת-עכבישי אל הדם הוורידי.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שער מסתובב (revolving door) בכניסה לבניין - אפשר לצאת דרכו (CSF לדם) אבל אי אפשר להיכנס בחזרה נגד הכיוון (דם ל-CSF). וכמו שער מסתובב שדורש כוח מינימלי כדי להתחיל לנוע, גם כאן דרוש לחץ מינימלי (5 מ"מ כספית) כדי שהזרימה תתחיל.</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זה חשוב קלינית שספיגה נפסקת מתחת ל-5 מ"מ כספית?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מודל דינמיקת ICP</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המודל האלקטרו-הידראולי של מרמארו למצב יציב (ICP = If x Ro + Pd), איזה מהמרכיבים תורם את החלק הארי (כ-90%) ל-ICP הכולל, ומה המשמעות הקלינית?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קצב ייצור ה-CSF (If) - ולכן טיפול תרופתי בייצור הוא תמיד קו הטיפול הראשון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לחץ הסינוס הדוראלי (Pd) - כ-90% מה-ICP מוסבר על ידו; משמעות: אפילו עלייה קטנה בלחץ ורידי (כמו בחסימת סינוס ורידי) יכולה להעלות ICP משמעותית ללא שינוי בייצור/התנגדות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התנגדות הספיגה (Ro) בלבד, ולכן הטיפול היעיל ביותר תמיד יהיה הרחבת הגרנולציות העכבישיות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שלושת המרכיבים תורמים תמיד בדיוק שליש כל אחד, ללא תלות במצב הקליני</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מודל דינמיקת ICP</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לחץ הסינוס הדוראלי (Pd) - כ-90% מה-ICP מוסבר על ידו; משמעות: אפילו עלייה קטנה בלחץ ורידי (כמו בחסימת סינוס ורידי) יכולה להעלות ICP משמעותית ללא שינוי בייצור/התנגדות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6D2E46">
              <a:alpha val="12000"/>
            </a:srgbClr>
          </a:solidFill>
          <a:ln w="15875">
            <a:solidFill>
              <a:srgbClr val="6D2E46"/>
            </a:solidFill>
            <a:prstDash val="solid"/>
          </a:ln>
        </p:spPr>
      </p:sp>
      <p:sp>
        <p:nvSpPr>
          <p:cNvPr id="7" name="Shape 5"/>
          <p:cNvSpPr/>
          <p:nvPr/>
        </p:nvSpPr>
        <p:spPr>
          <a:xfrm>
            <a:off x="11292840" y="2176272"/>
            <a:ext cx="256032" cy="256032"/>
          </a:xfrm>
          <a:prstGeom prst="ellipse">
            <a:avLst/>
          </a:prstGeom>
          <a:solidFill>
            <a:srgbClr val="6D2E4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המשוואה: ICP = (If x Ro) + Pd</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המכפלה If x Ro תורמת רק כ-10% מה-ICP</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Pd (לחץ הסינוס הדוראלי) תורם כ-90% מה-ICP</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משמעות: עלייה קטנה בלחץ ורידי משפיעה על ICP הרבה יותר משינוי בייצור/התנגדות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קצב הייצור הוא רק חלק מ-10% התרומה של If x Ro, לא הגורם הדומיננטי, ולכן טיפול בייצור (אצטזולאמיד) הוא לרוב תוספתי, לא קו ראשון בלעדי. תשובה 2 שגויה מאותה סיבה. תשובה 3 שגויה - התרומה אינה שווה בין המרכיבים, Pd דומיננטי משמעותית.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Pd (לחץ הסינוס הדוראלי)</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לחץ היציאה שה-CSF חייב להתגבר עליו כדי לעבור דרך הגרנולציות העכבישיות אל תוך מחזור הדם הוורידי - המרכיב הדומיננטי במשוואת ה-ICP במצב יציב.</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צינור מים שמתנקז לתוך נהר. אתה יכול לשלוט מעט בקצב המשאבה (If) ובגודל הצינור (Ro), אבל אם מפלס הנהר עצמו (Pd) עולה, המים בצינור פשוט 'נדחפים אחורה' ללא קשר למשאבה או לצינור - וזה בדיוק מה שקורה כשלחץ הסינוס הוורידי עולה.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עובדה זו חשובה בהערכת חולה עם חסימת סינוס ורידי (venous sinus thrombosis)?</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עקומת לחץ-נפח ו-PVI</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עם גידול מוחי נבדקת ונמצא PVI (Pressure-Volume Index) של 9 מ"ל. מה משמעות הממצא הזה, וכיצד הוא מחושב?</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PVI תקין לגמרי לגיל הבוגר, ואין צורך בהתערבות מיוחדת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PVI לא רלוונטי למטופלת בוגרת, רק לתינוקות שבהם PVI תקין הוא מתחת ל-10</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PVI נמוך משמעותית מהתקין (25-30 מ"ל) ומתחת לסף החריג (13 מ"ל) - מעיד על קומפליאנס נמוך מאוד; מחושב כשיפוע הישר בגרף log(ICP) מול נפח, ומייצג את הנפח הדרוש להעלות ICP פי 10; במצב זה אפילו תוספת נפח קטנה עלולה לגרום לעלייה חדה ב-ICP</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PVI גבוה זה תמיד מצב מסוכן, ו-PVI נמוך זה תמיד מצב תקין ובטוח</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עקומת לחץ-נפח ו-PVI</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PVI נמוך משמעותית מהתקין (25-30 מ"ל) ומתחת לסף החריג (13 מ"ל) - מעיד על קומפליאנס נמוך מאוד; מחושב כשיפוע הישר בגרף log(ICP) מול נפח, ומייצג את הנפח הדרוש להעלות ICP פי 10; במצב זה אפילו תוספת נפח קטנה עלולה לגרום לעלייה חדה ב-ICP</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84B59F">
              <a:alpha val="12000"/>
            </a:srgbClr>
          </a:solidFill>
          <a:ln w="15875">
            <a:solidFill>
              <a:srgbClr val="84B59F"/>
            </a:solidFill>
            <a:prstDash val="solid"/>
          </a:ln>
        </p:spPr>
      </p:sp>
      <p:sp>
        <p:nvSpPr>
          <p:cNvPr id="7" name="Shape 5"/>
          <p:cNvSpPr/>
          <p:nvPr/>
        </p:nvSpPr>
        <p:spPr>
          <a:xfrm>
            <a:off x="11292840" y="2176272"/>
            <a:ext cx="256032" cy="256032"/>
          </a:xfrm>
          <a:prstGeom prst="ellipse">
            <a:avLst/>
          </a:prstGeom>
          <a:solidFill>
            <a:srgbClr val="84B59F"/>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PVI תקין בבוגר: 25-30 מ"ל</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PVI מתחת ל-13 מ"ל = חריג בבירור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9 מ"ל = קומפליאנס נמוך מאוד - דקומפנסציה מרחבית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משמעות: תוספת נפח קטנה עלולה לגרום לזינוק חד ב-ICP</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שגויה - 9 מ"ל נמוך משמעותית מהטווח התקין בבוגר (25-30) ומתחת לסף החריג (13). תשובה 1 שגויה - PVI רלוונטי גם לבוגרים (עם טווח תקין שונה מתינוקות). תשובה 3 שגויה - ה'כיוון' הנכון הוא הפוך: PVI נמוך הוא המצב המסוכן (קומפליאנס נמוך), לא הגבוה.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PVI (Pressure-Volume Index)</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הנפח (במ"ל) הדרוש כדי להעלות את ה-ICP פי 10, מחושב כשיפוע ההופכי של עקומת log(ICP) מול נפח - מדד כמותי לקומפליאנס התוך-גולגולתי.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בלון מנופח כמעט עד הסוף - כל נשיפה נוספת קטנה (נפח) מעלה את הלחץ הפנימי הרבה יותר מאשר בבלון שרק התחיל להתנפח. PVI נמוך = הבלון כבר קרוב לגבול שלו; PVI גבוה = עדיין הרבה 'מקום לנשוף'.</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PVI נמוך אצל חולה עם גידול משנה את ההתנהלות הקלינית, גם אם ה-ICP הבסיסי עדיין תקין?</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תסמונות הרניאציה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בן 58 עם גידול טמפורלי גדול מפתח באופן פתאומי אישון ימני מורחב וכמעט לא-ריאקטיבי, בעוד רמת ההכרה שלו עדיין סבירה יחסית (מבלבל אך פותח עיניים לקול). איזו תסמונת הרניאציה סבירה יותר, ומה מסביר את הרצף הקליני הזה?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הרניאציה אונקלית - האנקוס נדחף מדיאלית ולוחץ ישירות על עצב III, ולכן אישון מורחב חד-צדדי יכול להופיע כסימן מוקדם, לפני שינוי הכרתי משמעותי (בניגוד להרניאציה מרכזית שבה שינוי הכרה קודם)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הרניאציה מרכזית - כי היא תמיד מתחילה בשינוי אישונים ולא בשינוי הכרה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הרניאציה תת-פלקסית - כי היא תמיד גורמת לאישון מורחב לפני כל סימן אחר</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קשר בין מיקום הגידול (טמפורלי) לסוג ההרניאציה שמתפתחת</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תסמונות הרניאציה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הרניאציה אונקלית - האנקוס נדחף מדיאלית ולוחץ ישירות על עצב III, ולכן אישון מורחב חד-צדדי יכול להופיע כסימן מוקדם, לפני שינוי הכרתי משמעותי (בניגוד להרניאציה מרכזית שבה שינוי הכרה קודם)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מנגנון: האנקוס נדחף מדיאלית לחריץ הטנטוריאלי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990011">
              <a:alpha val="12000"/>
            </a:srgbClr>
          </a:solidFill>
          <a:ln w="15875">
            <a:solidFill>
              <a:srgbClr val="990011"/>
            </a:solidFill>
            <a:prstDash val="solid"/>
          </a:ln>
        </p:spPr>
      </p:sp>
      <p:sp>
        <p:nvSpPr>
          <p:cNvPr id="11" name="Shape 9"/>
          <p:cNvSpPr/>
          <p:nvPr/>
        </p:nvSpPr>
        <p:spPr>
          <a:xfrm>
            <a:off x="11292840" y="3044952"/>
            <a:ext cx="256032" cy="256032"/>
          </a:xfrm>
          <a:prstGeom prst="ellipse">
            <a:avLst/>
          </a:prstGeom>
          <a:solidFill>
            <a:srgbClr val="990011"/>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לחץ ישיר על עצב III גורם לאישון מורחב חד-צדדי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זה יכול להופיע לפני שינוי הכרתי משמעותי - בניגוד להרניאציה מרכזית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גידול טמפורלי (קרוב לאנקוס) הוא הקשר הטיפוסי להרניאציה אונקלית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תשובה 1 שגויה - הרניאציה מרכזית מתאפיינת בדעיכה ראש-זנב שמתחילה בדיאנצפלון (שינוי הכרה) ולא באישונים. תשובה 2 שגויה - הרניאציה תת-פלקסית קשורה בעיקר ללחץ על העורק המוחי הקדמי (חולשת רגל), לא לשינויי אישונים. תשובה 3 שגויה - מיקום הגידול (טמפורלי, קרוב לאנקוס) הוא בדיוק מה שמכוון להרניאציה אונקלית ספציפית.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הרניאציה אונקלית (Uncal Herniation)</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היסט מדיאלי של האנקוס והגירוס ההיפוקמפלי לתוך החריץ הטנטוריאלי, הגורם ללחץ ישיר על עצב III וליצירת תמונה קלינית עם אישון מורחב חד-צדדי מוקדם.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תרחישי 'התמוטטות בניין': בהרניאציה מרכזית הבניין קורס בסדר מסודר מלמעלה למטה (קומה אחר קומה - קודם ההכרה, אח"כ האישונים). בהרניאציה אונקלית, יש 'קיצור דרך' צדדי - חדר צר שקורס ראשון (עצב III), עוד לפני שהקומות העליונות (ההכרה) הראו סימן משמעותי.</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לזהות אישון מורחב חד-צדדי מוקדם כסימן דחוף, גם אם ההכרה עדיין נראית טוב יחסית?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תגובת Cushing</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 שרשרת הסיבתיות המדויקת שמסבירה למה תגובת Cushing (יתר לחץ דם + ברדיקרדיה) מתרחשת כתוצאה מ-ICP עולה, ומדוע זהו סימן מאוחר ולא מוקדם?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ICP עולה גורם ישירות לגירוי הוואגוס ולכן לברדיקרדיה, ובמקביל ישירות ליתר ל"ד ללא קשר סיבתי בין השניים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ICP עולה גורם לאיבוד דם מוחי ולכן ללחץ דם סיסטמי נמוך, שמפעיל טכיקרדיה מפצה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ICP עולה מוריד ישירות את קצב הלב על ידי לחץ מכני על גזע המוח, ורק בשלב מאוחר יותר עולה לחץ הדם כתגובה משנית לברדיקרדיה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ICP עולה מוריד CPP, מה שגורם לאיסכמיה גזעית שמפעילה מרכזים וזומוטוריים המעלים ל"ד סיסטמי לשימור זילוח; עליית הל"ד מפעילה ברורצפטורים שדרך הוואגוס מורידים דופק - זהו סימן מאוחר כי הוא דורש איסכמיה גזעית משמעותית שכבר התפתחה</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תגובת Cushing</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ICP עולה מוריד CPP, מה שגורם לאיסכמיה גזעית שמפעילה מרכזים וזומוטוריים המעלים ל"ד סיסטמי לשימור זילוח; עליית הל"ד מפעילה ברורצפטורים שדרך הוואגוס מורידים דופק - זהו סימן מאוחר כי הוא דורש איסכמיה גזעית משמעותית שכבר התפתחה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990011">
              <a:alpha val="12000"/>
            </a:srgbClr>
          </a:solidFill>
          <a:ln w="15875">
            <a:solidFill>
              <a:srgbClr val="990011"/>
            </a:solidFill>
            <a:prstDash val="solid"/>
          </a:ln>
        </p:spPr>
      </p:sp>
      <p:sp>
        <p:nvSpPr>
          <p:cNvPr id="7" name="Shape 5"/>
          <p:cNvSpPr/>
          <p:nvPr/>
        </p:nvSpPr>
        <p:spPr>
          <a:xfrm>
            <a:off x="11292840" y="2176272"/>
            <a:ext cx="256032" cy="256032"/>
          </a:xfrm>
          <a:prstGeom prst="ellipse">
            <a:avLst/>
          </a:prstGeom>
          <a:solidFill>
            <a:srgbClr val="990011"/>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שלב 1: ICP עולה &amp;#8594; CPP יורד (CPP = MAP - ICP)</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שלב 2: איסכמיה גזעית מפעילה מרכזים וזומוטוריים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שלב 3: יתר ל"ד סיסטמי מפצה לשימור זילוח מוחי</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שלב 4: ברורצפטורים + ואגוס &amp;#8594; ברדיקרדיה - סימן מאוחר ומבשר הרניאציה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תשובה 0 שגויה - יש קשר סיבתי הדוק בין השניים, לא שני אירועים נפרדים. תשובה 1 שגויה - ICP עולה לא גורם לאיבוד דם ולא ללחץ דם סיסטמי נמוך; ההפך - גורם ליתר ל"ד מפצה. תשובה 2 שגויה - הסדר הפוך: יתר ל"ד הוא הראשוני (תגובה וזומוטורית), והברדיקרדיה היא המשנית (דרך ברורצפטורים), לא להפך.</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CPP (Cerebral Perfusion Pressure)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לחץ הזילוח המוחי, המחושב כלחץ העורקי הממוצע (MAP) פחות ה-ICP. ירידתו מתחת לסף האוטורגולציה גורמת לאיסכמיה מוחית.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מגדל מים (לחץ דם) שהעירייה (גזע המוח) מעלה בכוונה כדי להתגבר על סתימה בצנרת (ICP עולה שחוסם זרימה למוח) - אבל ברגע שהלחץ במגדל עולה מספיק, חיישן אוטומטי (ברורצפטור) 'מאט את המשאבה הראשית' (דופק) כדי לא להרוס את המערכת מלחץ יתר.</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תגובת Cushing נחשבת סימן מאוחר ומסוכן קלינית, ולא סימן מוקדם ומרגיע?</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דוקטרינת מונרו-קלי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Monro-Kellie doctrine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VOTHER</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ICP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פיצוי הדדי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מקלעת הכורואיד</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choroid plexus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ייצור CSF</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אפנדימה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הרכב CSF</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CSF composition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הפרשה פעילה</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2026-08-21T01:30:02Z</dcterms:created>
  <dcterms:modified xsi:type="dcterms:W3CDTF">2026-08-21T01:30:02Z</dcterms:modified>
</cp:coreProperties>
</file>