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3: מבוא לביולוגיה מולקולרית</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Molecular Biology Primer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RNA Interference</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ההבדל המכריע בין אופן הפעולה של siRNA לבין miRNA בתוך מתחם RISC, על אף ששניהם משתמשים באותו מתחם ובאותו חלבון קטליטי (Ago-2)?</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אין הבדל אמיתי, שתי המולקולות פועלות באותו אופן בדיוק</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siRNA פועל רק בגרעין התא ו-miRNA רק בציטופלזמה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siRNA נקשר ל-mRNA בהתאמה נוקלאוטידית כמעט מושלמת וגורם לביקוע (חיתוך) ישיר של ה-mRNA על ידי Ago-2, ואילו miRNA נקשר בהתאמה חלקית (בעיקר ב-3' UTR) וגורם לדיכוי תרגום מבלי לחתוך את המולקולה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miRNA תמיד גדול משמעותית מ-siRNA באורכו</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RNA Interference</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siRNA נקשר ל-mRNA בהתאמה נוקלאוטידית כמעט מושלמת וגורם לביקוע (חיתוך) ישיר של ה-mRNA על ידי Ago-2, ואילו miRNA נקשר בהתאמה חלקית (בעיקר ב-3' UTR) וגורם לדיכוי תרגום מבלי לחתוך את המולקולה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שתי המולקולות (20-25 נוקלאוטידים) נטענות לאותו מתחם RISC</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siRNA: השלמה כמעט מושלמת ל-mRNA המטרה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התאמה מושלמת מאפשרת ל-Ago-2 לבצע ביקוע אנזימטי ישיר של ה-mRNA</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D99A2B">
              <a:alpha val="12000"/>
            </a:srgbClr>
          </a:solidFill>
          <a:ln w="15875">
            <a:solidFill>
              <a:srgbClr val="D99A2B"/>
            </a:solidFill>
            <a:prstDash val="solid"/>
          </a:ln>
        </p:spPr>
      </p:sp>
      <p:sp>
        <p:nvSpPr>
          <p:cNvPr id="19" name="Shape 17"/>
          <p:cNvSpPr/>
          <p:nvPr/>
        </p:nvSpPr>
        <p:spPr>
          <a:xfrm>
            <a:off x="11292840" y="4782312"/>
            <a:ext cx="256032" cy="256032"/>
          </a:xfrm>
          <a:prstGeom prst="ellipse">
            <a:avLst/>
          </a:prstGeom>
          <a:solidFill>
            <a:srgbClr val="D99A2B"/>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miRNA: התאמה חלקית בלבד (בעיקר ב-3' UTR) - גורמת לדיכוי תרגום בלי חיתוך</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ההבדל המרכזי בין שתי המולקולות אינו במבנה אלא במידת ההשלמה לרצף המטרה. siRNA, בזכות השלמה נוקלאוטידית כמעט מושלמת, מאפשר ל-Ago-2 לבצע חיתוך אנזימטי (endonucleolytic cleavage) ישיר של ה-mRNA. miRNA, לעומת זאת, נקשר לרוב בהתאמה חלקית בלבד (עם נוקלאוטידי אי-התאמה), בעיקר באזור ה-3' UTR, ולכן גורם לדיכוי תרגום או פירוק עקיף - לא חיתוך ישיר. תשובה 1 שגויה - יש הבדל משמעותי. תשובה 2 שגויה - שתיהן פועלות בעיקר בציטופלזמה. תשובה 4 אינה נכונה - שתי המולקולות דומות באורכן (20-25 נוקלאוטידים).</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RISC (RNA-Induced Silencing Complex)</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מתחם ריבונוקלאופרוטאין המורכב מ-Dicer, TRBP ו-Argonaute-2 (Ago-2), האחראי על השתקת mRNA באמצעות siRNA או miRNA.</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מפתח (siRNA) שמתאים בדיוק למנעול (mRNA) - הוא פותח (חותך) את הדלת לגמרי. לעומתו, מפתח שדומה אך לא מדויק (miRNA) לא פותח את המנעול אלא רק חוסם אותו חלקית מבפנים - הדלת נשארת סגורה אך לא נהרסת.</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מבחינה אבולוציונית, למה שימושי שיהיה מנגנון 'דיכוי בלי חיתוך' (miRNA) בנוסף למנגנון 'חיתוך מלא' (siRNA)?</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Reverse Genetics</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חוקרים מעדיפים לרוב עכבר 'conditional knockout' (Cre-lox) על פני 'knockout' מסורתי וגלובלי כשבודקים תפקיד גן בהתפתחות המערכת העצבית הבוגרת?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conditional knockout זול משמעותית יותר לייצור</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knockout גלובלי עלול להיות קטלני עוברית אם הגן חיוני להתפתחות מוקדמת, ואינו מאפשר לבודד את תפקיד הגן ספציפית ברקמה/בשלב ההתפתחותי הבוגר המעניין את החוקר</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אין הבדל תפקודי בין השניים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Cre-lox עובד רק בתאי שמרים ולא בעכברים</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Reverse Genetics</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knockout גלובלי עלול להיות קטלני עוברית אם הגן חיוני להתפתחות מוקדמת, ואינו מאפשר לבודד את תפקיד הגן ספציפית ברקמה/בשלב ההתפתחותי הבוגר המעניין את החוקר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Knockout מסורתי מוחק את הגן בכל התאים מרגע ההפריה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אם הגן חיוני בהתפתחות עוברית - זה עלול לגרום למוות עוברי לפני שניתן לבדוק את תפקידו במוח הבוגר</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Cre-lox: אתרי loxP מסמנים את הגן, ו-Cre מובע רק ברקמה/בזמן הרצויים</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התוצאה: מחיקה ממוקדת שלא פוגעת בהתפתחות המוקדמת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הבעיה המרכזית ב-knockout גלובלי היא שהוא מוחק את הגן בכל התאים כבר מרגע ההפריה - אם הגן חיוני להתפתחות עוברית תקינה, העובר עלול פשוט למות לפני שניתן לחקור בכלל את תפקיד הגן במערכת העצבים הבוגרת. מערכת Cre-loxP פותרת זאת: אתרי loxP מוכנסים משני צדי הגן (floxed allele), וה-Cre recombinase מובע רק תחת פרומוטור רקמה-ספציפי (או מושרה תרופתית בזמן מסוים), כך שהמחיקה מתרחשת רק במקום ובזמן הרצויים - לאחר השלמת ההתפתחות העוברית התקינה. תשובות 1, 3 ו-4 אינן נכונות עובדתית.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Conditional Knockout (Cre-lox)</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שיטה למחיקה גנטית מותנית-רקמה ו/או מותנית-זמן, המשתמשת באנזים Cre recombinase החותך בין שני אתרי loxP סינתטיים.</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פצצת זמן (הגן המושתק) שאפשר לחבר לה שעון עצר שמכוון להתפוצץ רק בחדר מסוים (הרקמה) ובזמן מסוים (השראת Cre) - במקום להתפוצץ בכל הבית מיד עם הכניסה (knockout גלובלי).</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צריך שני אתרי loxP ולא מספיק אחד?</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Protein Detection</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העיקרון הבסיסי שעליו מבוסס Western blot, ומה קובע את מיקום החלבון על המברנה בסופו של התהליך?</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תמוגת חלבונים מופרדת לפי משקל מולקולרי ב-SDS-PAGE (בנוכחות SDS שמפרק מבנה שלישוני ומעניק מטען אחיד), מועברת למברנה, וזוהה בנוגדן ספציפי - כך שמיקום החלבון על המברנה נקבע בעיקר לפי משקלו המולקולרי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החלבונים מופרדים לפי רצף ה-DNA שמקודד אותם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החלבונים מזוהים ישירות בלי צורך בנוגדנים כלשהם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המיקום על המברנה נקבע אקראית וללא קשר למאפייני החלבון</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Protein Detection</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תמוגת חלבונים מופרדת לפי משקל מולקולרי ב-SDS-PAGE (בנוכחות SDS שמפרק מבנה שלישוני ומעניק מטען אחיד), מועברת למברנה, וזוהה בנוגדן ספציפי - כך שמיקום החלבון על המברנה נקבע בעיקר לפי משקלו המולקולרי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תמוגת תאים מכילה תערובת חלבונים בגדלים שונים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SDS מעניק לכל החלבונים מטען שלילי אחיד ומפרק קיפול שלישוני/רביעוני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בג'ל אלקטרופורזה, חלבונים קטנים נעים מהר יותר מגדולים - הפרדה לפי משקל בלבד</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D99A2B">
              <a:alpha val="12000"/>
            </a:srgbClr>
          </a:solidFill>
          <a:ln w="15875">
            <a:solidFill>
              <a:srgbClr val="D99A2B"/>
            </a:solidFill>
            <a:prstDash val="solid"/>
          </a:ln>
        </p:spPr>
      </p:sp>
      <p:sp>
        <p:nvSpPr>
          <p:cNvPr id="19" name="Shape 17"/>
          <p:cNvSpPr/>
          <p:nvPr/>
        </p:nvSpPr>
        <p:spPr>
          <a:xfrm>
            <a:off x="11292840" y="4782312"/>
            <a:ext cx="256032" cy="256032"/>
          </a:xfrm>
          <a:prstGeom prst="ellipse">
            <a:avLst/>
          </a:prstGeom>
          <a:solidFill>
            <a:srgbClr val="D99A2B"/>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לאחר העברה למברנה, נוגדן ספציפי מזהה את חלבון המטרה במיקומו</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העיקרון המרכזי הוא הפרדה לפי משקל מולקולרי. תוספת SDS (Sodium Dodecyl Sulfate) לתמוגת החלבונים משיגה שתי מטרות: פירוק המבנה השלישוני/רביעוני (דנטורציה) ומתן מטען שלילי אחיד יחסית למסה - כך שבשדה חשמלי, מהירות התנועה בג'ל תלויה כמעט אך ורק בגודל. לאחר ההעברה למברנה, זיהוי החלבון הספציפי (בניגוד למיקום עצמו, שנקבע רק לפי משקל) נעשה על ידי נוגדן ראשוני ולעיתים משני מסומן. תשובות 2, 3 ו-4 אינן נכונות עובדתית.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SDS-PAGE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אלקטרופורזה בג'ל פוליאקרילאמיד בנוכחות סודיום דודציל סולפט (SDS), המפרידה חלבונים לפי משקל מולקולרי בלבד.</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מרוץ שבו כל הרצים (החלבונים) מקבלים אותו סוג נעליים (SDS) - כך שהמהירות תלויה רק במשקל הגוף שלהם, לא בכושר הגופני המקורי (המבנה התלת-ממדי) שלהם.</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לפרק את המבנה השלישוני של החלבון לפני ריצה בג'ל?</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Blotting Techniques</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השמות 'Southern', 'Northern' ו-'Western' blot אינם מקריים - הם משחק מילים על שם הממציא. איזו מולקולה בודקת כל אחת מהשיטות?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כולן בודקות DNA, רק בתנאי הכלאה שונים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Southern בודק חלבון, Northern בודק RNA, Western בודק DNA</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כולן בודקות חלבון בריכוזים שונים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Southern בודק DNA (על שם הממציא Edwin Southern), Northern בודק RNA, ו-Western בודק חלבון - שלושתם באותו עיקרון של הפרדה בג'ל, העברה למברנה, וזיהוי בבדיקה מתאימה</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Blotting Techniques</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Southern בודק DNA (על שם הממציא Edwin Southern), Northern בודק RNA, ו-Western בודק חלבון - שלושתם באותו עיקרון של הפרדה בג'ל, העברה למברנה, וזיהוי בבדיקה מתאימה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Southern blot - נקרא על שם הממציא אדווין סאות'רן (Edwin Southern) - בודק DNA</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Northern blot - משחק מילים גיאוגרפי על 'Southern' - בודק RNA</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Western blot - המשך אותו משחק מילים - בודק חלבון</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D99A2B">
              <a:alpha val="12000"/>
            </a:srgbClr>
          </a:solidFill>
          <a:ln w="15875">
            <a:solidFill>
              <a:srgbClr val="D99A2B"/>
            </a:solidFill>
            <a:prstDash val="solid"/>
          </a:ln>
        </p:spPr>
      </p:sp>
      <p:sp>
        <p:nvSpPr>
          <p:cNvPr id="19" name="Shape 17"/>
          <p:cNvSpPr/>
          <p:nvPr/>
        </p:nvSpPr>
        <p:spPr>
          <a:xfrm>
            <a:off x="11292840" y="4782312"/>
            <a:ext cx="256032" cy="256032"/>
          </a:xfrm>
          <a:prstGeom prst="ellipse">
            <a:avLst/>
          </a:prstGeom>
          <a:solidFill>
            <a:srgbClr val="D99A2B"/>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כל השלוש חולקות עיקרון זהה: הפרדה בג'ל + העברה למברנה + זיהוי בבדיקה ספציפית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Southern blot נקרא באמת על שם הממציא, הביולוג הבריטי אדווין סאות'רן, ובודק DNA. השמות Northern ו-Western הם משחק מילים מדעי-הומוריסטי שהתפתח בהמשך (מוסכמה בקהילה המדעית) - Northern בודק RNA ו-Western בודק חלבון. שלושתם חולקים את אותו עיקרון טכני בסיסי: הפרדה בג'ל אלקטרופורזה, העברה למברנת ניטרוצלולוז/ניילון, וזיהוי ספציפי (הכלאה לחומצות גרעין, או נוגדן לחלבון). תשובות 1, 2 ו-3 הופכות את השיוך הנכון.</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משפחת שיטות ה-Blot</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Southern (DNA), Northern (RNA), Western (חלבון) - שלוש שיטות החולקות עיקרון משותף של הפרדה, העברה וזיהוי, הנבדלות רק במולקולת המטרה.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מפה: הממציא האמיתי (Southern) בדרום, ואז המדענים 'המשיכו צפונה' (Northern) לבדוק RNA, ו'המשיכו מערבה' (Western) לבדוק חלבון - בדיחה גיאוגרפית שהפכה למינוח מדעי רשמי.</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שימושי לזכור ששלוש השיטות חולקות עיקרון זהה, במקום לזכור אותן כשלוש שיטות נפרדות לחלוטין?</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Protein-Protein Interaction</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Yeast Two-Hybrid Screening (Y2H) ידוע כטכניקה עם 'שיעור False-positive גבוה במיוחד', על אף שהוא כלי שימושי ונפוץ לגילוי אינטראקציות חלבון-חלבון?</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השמרים אינם יכולים לבטא חלבונים ממקור לא-שמרי כלל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השיטה דורשת ציוד יקר מדי ולכן משתמשים בה בקיצורי דרך לא מדויקים</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הפעלת גן הדיווח תלויה רק בכך ששני הדומיינים (BD ו-AD) מתקרבים פיזית זה לזה - קרבה זו יכולה להתרחש גם ללא אינטראקציה ביולוגית אמיתית בין חלבוני המטרה (למשל בגלל צימוד לא-ספציפי, קיפול חלבון שגוי, או תזמון ביטוי), ועדיין תתקבל תוצאה חיובית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גן הדיווח (b-galactosidase וכו') אינו רגיש מספיק לזיהוי כלל</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Protein-Protein Interaction</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הפעלת גן הדיווח תלויה רק בכך ששני הדומיינים (BD ו-AD) מתקרבים פיזית זה לזה - קרבה זו יכולה להתרחש גם ללא אינטראקציה ביולוגית אמיתית בין חלבוני המטרה (למשל בגלל צימוד לא-ספציפי, קיפול חלבון שגוי, או תזמון ביטוי), ועדיין תתקבל תוצאה חיובית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Y2H מודד רק אירוע עקיף: הפעלת גן דיווח שעתוקי</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הפעלה מתרחשת כשדומייני BD ו-AD מתקרבים - לא בהכרח כי החלבונים המקוריים באמת נקשרים ביולוגית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קרבה מקרית, קיפול שגוי, או תזמון ביטוי לא-פיזיולוגי יכולים לגרום להפעלה כוזבת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Y2H משמש בעיקר לסינון ראשוני, ותמיד נדרש אימות בשיטה משלימה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הבעיה המהותית ב-Y2H היא ש'קריאת התוצאה' (הפעלת גן הדיווח) היא עקיפה לחלוטין - היא לא מודדת ישירות אינטראקציה בין החלבונים המקוריים, אלא רק אירוע שעתוקי שמתרחש כאשר שני דומייני הפעלת השעתוק (BD ו-AD) מתקרבים במרחב. קרבה זו יכולה להתרחש ממגוון סיבות שאינן קשורות לאינטראקציה הביולוגית האמיתית - כולל צימוד לא ספציפי בתא השמר, קיפול חלבון בלתי-טבעי, או רמות ביטוי גבוהות מדי המגבירות מפגשים אקראיים. תשובות 1, 2 ו-4 אינן נכונות עובדתית.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Yeast Two-Hybrid Screening (Y2H)</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שיטה לזיהוי אינטראקציות חלבון-חלבון המבוססת על שחזור פעילות שעתוקית (Gal4 BD/AD) כאשר שני חלבוני מטרה מתקרבים זה לזה.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אנשים שאוחזים כל אחד בחצי מפתח (BD/AD) - אם הם עומדים קרוב זה לזה בגלל צפיפות באוטובוס (לא בגלל שהם באמת מכירים), המפתח עדיין 'יינעל' ויפתח דלת - למרות שאין ביניהם קשר אמיתי.</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 זאת Y2H נשאר כלי מחקר שימושי, למרות שיעור ה-False-positive הגבוה?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Protein-Protein Interaction</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 הופך את FRET לכלי רגיש במיוחד לזיהוי אינטראקציות חלבון-חלבון ישירות (בהשוואה לשיטות מיקרוסקופיה רגילות)?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FRET אינו תלוי במרחק בין החלבונים כלל</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העברת האנרגיה בין פלואורופור התורם למקבל מוגבלת מרחבית לכ-10 ננומטר בלבד - טווח קרוב בהרבה מהרזולוציה האופטית הרגילה (כ-200 ננומטר) - כך שאות FRET חיובי מעיד על קרבה כמעט-מולקולרית אמיתית, לא רק על 'אותה אזור בתמונה'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FRET דורש רק פלואורופור אחד ולא שניים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FRET מודד ישירות את רצף ה-DNA של שני החלבונים</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Protein-Protein Interaction</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העברת האנרגיה בין פלואורופור התורם למקבל מוגבלת מרחבית לכ-10 ננומטר בלבד - טווח קרוב בהרבה מהרזולוציה האופטית הרגילה (כ-200 ננומטר) - כך שאות FRET חיובי מעיד על קרבה כמעט-מולקולרית אמיתית, לא רק על 'אותה אזור בתמונה'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מיקרוסקופיה פלואורסצנטית רגילה מוגבלת ברזולוציה ל-~200 ננומטר (עקב פיזור Rayleigh)</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85042">
              <a:alpha val="12000"/>
            </a:srgbClr>
          </a:solidFill>
          <a:ln w="15875">
            <a:solidFill>
              <a:srgbClr val="B85042"/>
            </a:solidFill>
            <a:prstDash val="solid"/>
          </a:ln>
        </p:spPr>
      </p:sp>
      <p:sp>
        <p:nvSpPr>
          <p:cNvPr id="11" name="Shape 9"/>
          <p:cNvSpPr/>
          <p:nvPr/>
        </p:nvSpPr>
        <p:spPr>
          <a:xfrm>
            <a:off x="11292840" y="3044952"/>
            <a:ext cx="256032" cy="256032"/>
          </a:xfrm>
          <a:prstGeom prst="ellipse">
            <a:avLst/>
          </a:prstGeom>
          <a:solidFill>
            <a:srgbClr val="B85042"/>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שני חלבונים יכולים להיראות 'באותו מקום' במיקרוסקופ גם אם הם רחוקים 100+ ננומטר זה מזה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D99A2B">
              <a:alpha val="12000"/>
            </a:srgbClr>
          </a:solidFill>
          <a:ln w="15875">
            <a:solidFill>
              <a:srgbClr val="D99A2B"/>
            </a:solidFill>
            <a:prstDash val="solid"/>
          </a:ln>
        </p:spPr>
      </p:sp>
      <p:sp>
        <p:nvSpPr>
          <p:cNvPr id="15" name="Shape 13"/>
          <p:cNvSpPr/>
          <p:nvPr/>
        </p:nvSpPr>
        <p:spPr>
          <a:xfrm>
            <a:off x="11292840" y="3913632"/>
            <a:ext cx="256032" cy="256032"/>
          </a:xfrm>
          <a:prstGeom prst="ellipse">
            <a:avLst/>
          </a:prstGeom>
          <a:solidFill>
            <a:srgbClr val="D99A2B"/>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FRET מוגבל לטווח של כ-10 ננומטר בלבד - קרוב בהרבה, כמעט מגע ישיר</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אות FRET חיובי הוא עדות חזקה בהרבה לאינטראקציה פיזית אמיתית מאשר קולוקליזציה במיקרוסקופ רגיל</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הרזולוציה המרחבית של מיקרוסקופיית פלואורסצנציה קונבנציונלית מוגבלת (עקב עקרון הפיזור של Rayleigh) לכ-200 ננומטר - כלומר שני חלבונים יכולים להיראות 'קולוקליזציה' באותה נקודת פיקסל גם אם הם רחוקים משמעותית זה מזה ברמה המולקולרית. לעומת זאת, העברת האנרגיה ב-FRET אפשרית רק בטווח של כ-10 ננומטר - טווח שמתאים בערך לגודל של קומפלקס חלבון-חלבון פיזי. לכן אות FRET חיובי מהווה עדות משמעותית הרבה יותר לאינטראקציה ישירה. תשובות 1, 3 ו-4 אינן נכונות עובדתית.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FRET (Fluorescence Resonance Energy Transfer)</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שיטה ספקטרוסקופית המודדת קרבה בין שני פלואורופורים (תורם ומקבל) על ידי מעקב אחר העברת אנרגיית עירור, יעילה בטווח של עד כ-10 ננומטר בלבד.</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אנשים שמדברים בלחישה (העברת אנרגיה) - זה אפשרי רק אם הם ממש צמודים (10 ננומטר), לא רק באותו חדר (200 ננומטר, כמו ברזולוציית מיקרוסקופ רגילה).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עדיין נדרשת קולוקליזציה (לא רק FRET) כתנאי מקדים לפני ביצוע ניסוי FRET?</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RNA Detection</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חוקרת רוצה לדעת אם גן ספציפי מבוטא ביתר רק בתת-אוכלוסיה קטנה של נוירונים באזור מוחי מסוים, לא בכל הרקמה. Northern blot על הומוגנט הרקמה כולה עלול להחמיץ ממצא זה - למה?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Northern blot כלל לא מסוגל לזהות mRNA</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Northern blot יקר משמעותית מ-in situ hybridization</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Northern blot דורש כמות RNA גדולה בהרבה מ-in situ hybridization</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Northern blot נותן ממוצע ביטוי על פני כל תאי הרקמה יחד - אם רק תת-אוכלוסיה קטנה של נוירונים מבטאת יתר-ביטוי, האות שלה 'מתמוסס' בתוך האות הכולל של שאר התאים, בעוד in situ hybridization שומר על מידע מרחבי ומאפשר לזהות ביטוי ברמת תא בודד/תת-אוכלוסיה</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RNA Detection</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Northern blot נותן ממוצע ביטוי על פני כל תאי הרקמה יחד - אם רק תת-אוכלוסיה קטנה של נוירונים מבטאת יתר-ביטוי, האות שלה 'מתמוסס' בתוך האות הכולל של שאר התאים, בעוד in situ hybridization שומר על מידע מרחבי ומאפשר לזהות ביטוי ברמת תא בודד/תת-אוכלוסיה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Northern blot דורש הומוגניזציה של כל הרקמה יחד - כל התאים מעורבבים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אם רק חלק קטן מהתאים מבטא יתר - האות שלהם מתמזג עם רוב התאים ה'נורמליים'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in situ hybridization שומר את המבנה התאי שלם ובודק כל תא/אזור בנפרד</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in situ מגלה תת-אוכלוסיות שביטוין 'נבלע' ב-Northern blot</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כפי שמודגש בפרק, גישות ברמת הרקמה/האיבר (כמו Northern blot) 'מספקות רק מבט מצטבר על ביטוי גנים' - הן מאבדות את המידע על שונות בין תת-אוכלוסיות תאים בודדות. אם ביטוי-יתר מתרחש רק בקבוצת נוירונים קטנה, האות שלהם מתערבב עם אות הרקע של אלפי תאים 'רגילים' בהומוגנט, ועלול פשוט לא להתגלות בגלל הדילול. in situ hybridization, לעומת זאת, מבוצע על רקמה שנשמרה מורפולוגית ומאפשר לבחון ביטוי ברמת תא בודד או אזור מוגדר. תשובות 1, 2 ו-3 אינן ההסבר המרכזי לפי הפרק.</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רזולוציה תאית לעומת רזולוציית רקמה</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Northern blot ושיטות דומות מודדות ביטוי ממוצע על פני כל תאי הרקמה יחד; in situ hybridization שומר מידע מרחבי ומאפשר זיהוי ביטוי ברמת תא בודד.</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שמודדים 'רמת רעש ממוצעת' באולם קונצרטים שלם (Northern) - אי אפשר לדעת אם רק אדם אחד צועק בפינה. in situ hybridization זה כמו להסתובב באולם ולהקשיב לכל אזור בנפרד - כך מגלים בדיוק איפה הצעקה.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מדוע לא פשוט משתמשים תמיד ב-in situ hybridization ולא ב-Northern blot כלל, אם יש לו רזולוציה טובה יותר?</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Gene Expression Regulation</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מאמר מדעי מדווח על 'עלייה דרמטית ברמת ה-mRNA' של גן מסוים בגידול מוחי, ומסיק ישירות ש'רמת החלבון הפעיל עלתה בהתאם'. מה הבעיה המתודולוגית בהיסק הזה,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רמות mRNA הן רק אינדיקטור עקיף לביטוי חלבון - קיימים שכבות ויסות פוסט-תעתוקיות ופוסט-תרגומיות רבות (יציבות mRNA, יעילות תרגום, קצב פירוק חלבון, מודיפיקציות המשפיעות על פעילות) שיכולות לנתק לחלוטין בין כמות ה-mRNA לכמות ולפעילות החלבון בפועל - נדרש תמיד אישוש ישיר ברמת החלבון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ההיסק נכון לחלוטין ואין צורך באישוש נוסף</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mRNA תמיד מתפרק מיד ולכן אף פעם אינו הופך לחלבון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Western blot יכול לזהות mRNA בכלל</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Gene Expression Regulation</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רמות mRNA הן רק אינדיקטור עקיף לביטוי חלבון - קיימים שכבות ויסות פוסט-תעתוקיות ופוסט-תרגומיות רבות (יציבות mRNA, יעילות תרגום, קצב פירוק חלבון, מודיפיקציות המשפיעות על פעילות) שיכולות לנתק לחלוטין בין כמות ה-mRNA לכמות ולפעילות החלבון בפועל - נדרש תמיד אישוש ישיר ברמת החלבון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85042">
              <a:alpha val="12000"/>
            </a:srgbClr>
          </a:solidFill>
          <a:ln w="15875">
            <a:solidFill>
              <a:srgbClr val="B85042"/>
            </a:solidFill>
            <a:prstDash val="solid"/>
          </a:ln>
        </p:spPr>
      </p:sp>
      <p:sp>
        <p:nvSpPr>
          <p:cNvPr id="7" name="Shape 5"/>
          <p:cNvSpPr/>
          <p:nvPr/>
        </p:nvSpPr>
        <p:spPr>
          <a:xfrm>
            <a:off x="11292840" y="2176272"/>
            <a:ext cx="256032" cy="256032"/>
          </a:xfrm>
          <a:prstGeom prst="ellipse">
            <a:avLst/>
          </a:prstGeom>
          <a:solidFill>
            <a:srgbClr val="B85042"/>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מחקרים מצאו טווח רחב של קורלציות mRNA-חלבון - מגבוהה ועד כמעט אפסית, תלוי בגן וברקמה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בין תעתוק ל-mRNA לבין חלבון פעיל קיימת שרשרת ארוכה של בקרות (יציבות mRNA, יעילות תרגום)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גם לאחר יצירת החלבון - קצב פירוק ומודיפיקציות פוסט-טרנסלציוניות משפיעים על הפעילות הסופית</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מסקנה על 'פעילות חלבון' מתוך mRNA בלבד אינה תקפה מתודולוגית - נדרש אישוש ב-Western/ELISA/IHC</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מדגיש במפורש שרמות mRNA 'צריכות להתקבל כתחליף לביטוי חלבון או לפעילות הפונקציונלית שלו בזהירות'. מחקרים אמפיריים הראו טווח רחב של תוצאות - מקורלציה חיובית משמעותית (בסרטן תאי מעבר אנושי) ועד כמעט העדר קורלציה (בגנים ספציפיים בסרטן ערמונית). הסיבה: קיימת רשת שלמה של בקרות פוסט-תעתוקיות (יציבות mRNA, יעילות תרגום) ופוסט-תרגומיות (קצב פירוק חלבון, מודיפיקציות המשפיעות על פעילות/מיקום) שאינן נצפות כלל בבדיקת mRNA. תשובות 2, 3 ו-4 שגויות עובדתית וסותרות את עקרונות הפרק.</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ניתוק בין תעתוק לביטוי חלבון (transcript-protein discordance)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תופעה שבה רמת mRNA אינה משקפת בנאמנות את רמת/פעילות החלבון המתאים, עקב בקרות פוסט-תעתוקיות ופוסט-תרגומיות מרובות.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מפעל שמקבל הזמנה (mRNA) - אבל בין קבלת ההזמנה למוצר המוגמר על המדף (חלבון פעיל) יש הרבה תחנות ביקורת: חלק מההזמנות מבוטלות בדרך (פירוק mRNA), חלק מיוצרות לאט מדי (יעילות תרגום נמוכה), וגם אחרי הייצור המוצר עלול להיפגם או להישלח לגריטה (פירוק/מודיפיקציה של החלבון).</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אם mRNA לא אמין לחלוטין כאינדיקטור, למה בכלל משתמשים במיקרוארריי/RNA-seq (המבוססים על mRNA) כל כך הרבה במחקר?</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RISC</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Ago-2</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siRNA</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miRNA</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RNA interference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Cre recombinase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loxP</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conditional knockout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floxed allele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Western blot</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SDS-PAGE</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molecular weight</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2026-08-12T02:05:17Z</dcterms:created>
  <dcterms:modified xsi:type="dcterms:W3CDTF">2026-08-12T02:05:17Z</dcterms:modified>
</cp:coreProperties>
</file>