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7: מנגנונים תאיים של מטבוליזם אנרגטי במוח</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Cellular Mechanisms of Brain Energy Metabolism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10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תקציב האנרגיה המוחי ותפקיד Na+,K+-ATPase</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מודל 'תקציב האנרגיה' של המוח (Attwell ועמיתיו) שמתואר בפרק, איזה אחוז בקירוב מתחלופת האנרגיה המוחית מוקדש לפעילות סינפטית (שמירת פוטנציאל הממברנה), ואיזה תא אחראי בפועל לרוב הצריכה הזו?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כ-50% מהתחלופה, ומחולק שווה בשווה בין נוירונים לגליה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כ-30% מהתחלופה, בעיקר על ידי מיטוכונדריה של תאי גליה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כ-90% מהתחלופה, כאשר כ-80% מתוכם מתרחש בנוירונים דרך Na⁺,K⁺-ATPase וכ-15% בגליה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כ-10% מהתחלופה, כאשר רוב האנרגיה מוקדשת לסינתזת חלבון ולא לשמירת יונים</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תקציב האנרגיה המוחי ותפקיד Na+,K+-ATPase</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כ-90% מהתחלופה, כאשר כ-80% מתוכם מתרחש בנוירונים דרך Na⁺,K⁺-ATPase וכ-15% בגליה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מודל תקציב האנרגיה של Attwell מחשב לאן הולכת כל האנרגיה במוח פרימטי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כ-90% מוקדש ל'עבודה סינפטית' - שמירת פוטנציאל הממברנה סביב פעילות עצבית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מתוך אלה, כ-80% מתרחש בנוירונים וכ-15% בתאי גליה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המבצע המרכזי הוא Na⁺,K⁺-ATPase, שמשקם את גרדיאנטי Na⁺/K⁺ אחרי כל אימפולס</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שגויה - החלוקה אינה שווה, והאחוז הכולל גבוה בהרבה מ-50%. תשובה 1 שגויה - האחוז נמוך מדי ומייחס זאת בטעות לגליה כרוב. תשובה 3 שגויה - המספר נמוך פי תשעה מהערך שבפרק, וסינתזת חלבון אינה הצרכן העיקרי במנוחה.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Na⁺,K⁺-ATPase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משאבת קרום שמעבירה 3 יוני נתרן החוצה ו-2 יוני אשלגן פנימה בכל מחזור, תוך צריכת ATP, ובכך שומרת על הגרדיאנטים היוניים שמאפשרים יצירת פוטנציאלי פעולה.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עיר שרוב תקציב העירייה (90%) מוקדש לתחזוקת רשת החשמל שמפעילה את התאורה (הפוטנציאל החשמלי) - ולא לבניית מבנים חדשים. בלי תחזוקה שוטפת של הרשת, האורות כבים תוך שניות.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שרוב האנרגיה הולכת לתחזוקת יונים ולא ל'עבודה' אחרת?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מודל שלבי הפעילות התפקודית וקצב חילוף החומרים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חולה מובא לחדר ניתוח בהרדמה כללית עמוקה, ולאחר מכן מפתח סטטוס אפילפטיקוס בהתאוששות. לפי מודל שלבי הפעילות התפקודית (CMR doubling model) שבפרק, לאיזה כיוון משתנה קצב חילוף החומרים המוחי במעבר בין שני המצבים הללו, ומדוע?</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הקצב יורד בשני המצבים באופן זהה, כי הרדמה והתקף שניהם 'מדכאים' את המוח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בהרדמה עמוקה הקצב יורד (קרוב לשלב 2, כמחצית מהערך הרגיל בערות), ובסטטוס אפילפטיקוס הוא עולה מעבר לשלב 4 התקין - כי הנוסחה 2^S צופה עלייה חדה מעבר לרמת ההפעלה הפיזיולוגית המרבית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קשר בין הרדמה/התקף לבין קצב חילוף החומרים המוחי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הקצב נשאר קבוע תמיד ברמת שלב 3, ללא תלות במצב הקליני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מודל שלבי הפעילות התפקודית וקצב חילוף החומרים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הקצב נשאר קבוע תמיד ברמת שלב 3, ללא תלות במצב הקליני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מודל ה-CMR מגדיר חמישה שלבים בדידים (0-4), כשכל שלב מוכפל בקירוב פי 2 בקצב המטבולי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הרדמה כללית עמוקה מדכאת פעילות תפקודית - מתאימה לשלב 2, כמחצית מקצב הערות התקין (שלב 3)</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סטטוס אפילפטיקוס הוא פעילות פתולוגית שחורגת משלב 4 - הרמה הגבוהה ביותר התקינה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המעבר בין שני המצבים מייצג טווח עצום של קצב מטבולי - קריטי להבנת דרישות חמצן/גלוקוז בזמן ניתוח והתאוששות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התקף מעלה את הקצב, אינו מדכא אותו. תשובה 2 שגויה - יש קשר ישיר וכמותי לפי הנוסחה. תשובה 3 שגויה - שני המצבים חורגים בבירור משלב 3 (ברירת מחדל).</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CMR (Cerebral Metabolic Rate)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קצב חילוף החומרים המוחי - כמות החמצן/גלוקוז שהרקמה צורכת ליחידת זמן, המשמש למדידת רמת הפעילות הפיזיולוגית של המוח.</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מד עוצמה (כמו מד ווליום) עם חמישה מצבים: כבוי, המתנה, שקט, רגיל, וקולני מאוד. הרדמה עמוקה מורידה את הכפתור ל'שקט', והתקף אפילפטי דוחף אותו מעבר ל'קולני מאוד' - לתחום שהמערכת לא תוכננה לתמוך בו לאורך זמן.</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שההתקף 'חורג' משלב 4 ולא רק 'מגיע' אליו?</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נשאי גלוקוז GLUT1/GLUT3 במחסום הדם-מוח</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איזה זוג משפחת נשאי הגלוקוז הוא הנכון מבחינת מיקום אנטומי,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GLUT1 (55kD) באנדותל הנימים (מחסום הדם-מוח עצמו) ו-GLUT3 בממברנות הנוירונים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GLUT3 באנדותל הנימים ו-GLUT1 בממברנות הנוירונים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 הנשאים נמצאים אך ורק בתאי גליה ולא בנוירונים או באנדותל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GLUT1 נמצא רק בציטופלזמה החופשית של נוירונים, ללא קשר לממברנה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נשאי גלוקוז GLUT1/GLUT3 במחסום הדם-מוח</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GLUT3 באנדותל הנימים ו-GLUT1 בממברנות הנוירונים בלבד</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GLUT1 קיים בשתי צורות משקל מולקולרי שונות עם התפלגות שונה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GLUT1 (55kD) - אנדותל הנימים בלבד = המחסום עצמו</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GLUT1 (45kD) - גליה, מקלעת הכורואיד, אפנדימה (לא באנדותל)</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GLUT3 - ספציפי לממברנות נוירונים בלבד</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תשובה 1 הפוכה מהעובדות בפרק. תשובה 2 שגויה - GLUT3 ספציפי לנוירונים, לא לגליה. תשובה 3 שגויה - GLUT1 הוא חלבון ממברנלי משולב, לא ציטופלזמי חופשי.</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GLUT (Glucose Transporter)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משפחת חלבונים ממברנליים שמעבירים גלוקוז בהעברה מוקלת (ללא צריכת אנרגיה ישירה) על פי גרדיאנט הריכוז, עם תת-סוגים ספציפיים לרקמה.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סוגי שערים בכניסה למדינה: שער מכס גדול בגבול עצמו (GLUT1 55kD באנדותל) ושערים קטנים יותר בתוך הערים לכל תושב (GLUT3 בנוירון) - כל אחד מותאם לתפקידו במיקום שלו.</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להבחין בין שני משקלי GLUT1 השונים?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הגבלת דיפוזיית חמצן וסף האיסכמיה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לפי הפרק, מה מגביל את יכולת המוח להעלות עוד יותר את חילוץ החמצן מהדם כאשר הביקוש עולה מעבר לסף מסוים?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חוסר במוליבילות של המוליבילין (myoglobin) בתאי המוח, שאינו קיים כלל ברקמה עצבית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כשל דיפוזיה: מעבר לכ-60% חילוץ, לחץ החמצן בנימים נמוך מדי כדי להניע דיפוזיה נוספת לרקמה, ללא קשר לזרימת הדם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עודף בהמוגלובין בכדוריות הדם האדומות שחוסם את שחרור החמצן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גבול פיזיולוגי לחילוץ החמצן - הוא יכול לעלות עד 100% בכל מצב</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הגבלת דיפוזיית חמצן וסף האיסכמיה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חוסר במוליבילות של המוליבילין (myoglobin) בתאי המוח, שאינו קיים כלל ברקמה עצבית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בזרימת דם רגילה, כ-40% מהחמצן מופק - יש עתודה גדולה יחסית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בעומס מוגבר, שיעור החילוץ יכול לעלות עד כ-60% - תגובה פיזיולוגית תקינה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מעבר ל-60%, לחץ החמצן הנימי-מיטוכונדריאלי צונח מתחת לסף שמאפשר דיפוזיה יעילה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זהו הגבול הפיזי (לא ביולוגי-רגולטורי) שבו אספקת חמצן נכשלת - הבסיס לפנומברה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מיוגלובין אינו רלוונטי כאן; הפרק דן בדיפוזיה מנימים לרקמה. תשובה 2 שגויה - אין אזכור להמוגלובין עודף כגורם מגביל. תשובה 3 שגויה - הפרק מציין באופן מפורש סף של כ-60%, לא 100%.</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כשל דיפוזיה של חמצן (Oxygen diffusion failure)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מצב שבו ירידת לחץ החמצן בנימים כתוצאה מחילוץ מוגבר מונעת דיפוזיה יעילה נוספת לרקמה, גם אם הזרימה עצמה נמשכת - גורם מרכזי לאיסכמיה ברקמת פנומברה.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צינור מים שמזין כמה ברזים - אפשר לפתוח עוד ועוד ברזים (העלאת חילוץ), אבל ברגע שהלחץ בצינור עצמו יורד מתחת לסף מסוים, אף ברז נוסף לא יקבל מספיק מים - לא משנה כמה תרצה לפתוח.</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להבין שיש 'תקרה' פיזית לחילוץ חמצן ולא רק גבול רגולטורי?</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מנגנון ה-Astrocyte-Neuron Lactate Shuttle</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האות (signal) הראשוני שמפעיל את שרשרת ה-Astrocyte-Neuron Lactate Shuttle, לפי מודל Pellerin-Magistretti שבפרק?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ירידה ישירה בריכוז החמצן באסטרוציט</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ישירה בריכוז הסידן התוך-תאי בנוירון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קליטת גלוטמט על ידי אסטרוציט יחד עם נתרן, שמפעילה את Na⁺,K⁺-ATPase האסטרוציטרית ומעלה את הביקוש לATP</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ירידה ישירה בריכוז הגלוקוז בדם</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מנגנון ה-Astrocyte-Neuron Lactate Shuttle</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ירידה ישירה בריכוז הגלוקוז בדם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שחרור גלוטמט מהנוירון הפרה-סינפטי הוא הטריגר לכל השרשרת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האסטרוציט קולט גלוטמט בסימפורט עם 3 יוני Na⁺ - זה מעלה נתרן תוך-תאי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עלייה בנתרן מפעילה ישירות את Na⁺,K⁺-ATPase האסטרוציטרית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הביקוש המוגבר ל-ATP מזרז גליקוליזה - זהו הצעד שמייצר את הלקטט לנוירון</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שגויה - אין ירידת חמצן ישירה בשלב זה. תשובה 1 שגויה - האות הראשוני הוא נתרן באסטרוציט, לא סידן בנוירון (שינויי סידן מיטוכונדריאליים קשורים לפרק אחר בשרשרת החמצון). תשובה 3 שגויה - האות מקומי-סינפטי ולא תלוי בירידת גלוקוז דמית.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EAAT (Excitatory Amino Acid Transporter)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משפחת נשאי גלוטמט שקולטים אותו מהמרווח הסינפטי בסימפורט עם יוני נתרן, ובכך גם מסיימים את האות הסינפטי וגם מעלים את הביקוש המטבולי באסטרוציט.</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עובד שמסיים משמרת מפרכת (הנוירון שחרר גלוטמט) ומגיע לעמדת תדלוק. עמדת התדלוק (האסטרוציט) קולטת את 'הכרטיס' שלו (גלוטמט+נתרן), זה מפעיל את המשאבה שלה, והיא ממהרת לייצר לו דלק מהיר (לקטט) כדי שיוכל להמשיך לעבוד.</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שהאות הוא ספציפי-סינפטי (גלוטמט) ולא כללי (למשל ירידת גלוקוז)?</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נשאי MCT וכיוון זרימת הלקטט</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לקטט זורם באופן מועדף מאסטרוציטים לנוירונים ולא ההפך, על פי תכונות נשאי ה-MCT שבפרק?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לאסטרוציטים אין בכלל נשאי MCT</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MCT2 בנוירונים הוא נשא בזיקה גבוהה משמעותית ללקטט/פירובט (פי 5 מ-MCT1 ופי 50 מ-MCT4), כך שהלקטט 'נשאב' פנימה לנוירון בריכוזים שבהם MCT1/MCT4 האסטרוציטריים כבר קרובים לרוויה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נוירונים מייצרים תמיד יותר לקטט מאסטרוציטים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הזרימה נקבעת אך ורק על ידי כיוון זרימת הדם בנימים</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נשאי MCT וכיוון זרימת הלקטט</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נוירונים מייצרים תמיד יותר לקטט מאסטרוציטים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MCT1/MCT4 האסטרוציטריים הם נשאים בזיקה נמוכה - זקוקים לריכוז גבוה כדי לעבוד ביעילות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MCT2 הנוירונלי הוא נשא בזיקה גבוהה משמעותית - יעיל גם בריכוזים נמוכים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בריכוזי לקטט תקינים, MCT2 מגיע לתפוסה גבוהה יותר מ-MCT1/4 - יוצר גרדיאנט אפקטיבי לכיוון הנוירון</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כך המבנה הביוכימי של הנשאים עצמו, לא רק ריכוזים גולמיים, קובע את כיוון השאטל</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לאסטרוציטים יש MCT1/MCT4 בפירוש. תשובה 2 שגויה - הכיוון נקבע על ידי זיקת הנשאים, לא כמות ייצור מוחלטת. תשובה 3 שגויה - הפרק דן בהובלה תוך-רקמתית בין תאים, לא בזרימת דם.</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זיקה (Affinity) של נשא</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מדד (בדרך כלל קבוע Michaelis, Km) לכמה 'טוב' נשא קושר את המצע שלו בריכוזים נמוכים - זיקה גבוהה (Km נמוך) מאפשרת תפקוד יעיל גם כשהמצע דליל.</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סוגי מגנטים שמושכים מטבע (הלקטט) משולחן משותף: מגנט חלש (MCT1/4) שצריך שהמטבע יהיה ממש קרוב כדי למשוך אותו, ומגנט חזק (MCT2) שמושך אותו גם ממרחק - המגנט החזק 'זוכה' במטבע קודם.</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שדווקא הנוירון (הצרכן) מחזיק את הנשא בזיקה הגבוהה ביותר?</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תפוקת ATP: גליקוליזה אנאירובית מול חמצון מלא</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בערך פי כמה יותר ATP מפיק המוח ממולקולת גלוקוז כאשר היא עוברת חמצון מלא במיטוכונדריה, בהשוואה לגליקוליזה אנאירובית לבדה (המרה ללקטט), לפי הערכים בפרק?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פי 1.5 בערך (2 מול 3 ATP)</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פי 15-19 בערך (2 ATP בגליקוליזה אנאירובית מול כ-30-38 ATP בחמצון מלא)</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 שני המסלולים מניבים בדיוק אותה כמות ATP</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גליקוליזה אנאירובית מניבה יותר ATP מחמצון מלא</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תפוקת ATP: גליקוליזה אנאירובית מול חמצון מלא</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פי 1.5 בערך (2 מול 3 ATP)</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גליקוליזה אנאירובית (גלוקוז→2 לקטט) מניבה רווח נטו של 2 ATP בלבד - מהיר אך לא יעיל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חמצון מלא דרך PDH, מחזור TCA, ושרשרת הובלת האלקטרונים מניב עד 38 ATP תיאורטית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בשל אי-צימוד מיטוכונדריאלי בפועל, הערך המעשי קרוב יותר ל-30 ATP</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היחס העצום (פי 15-19) מסביר מדוע רקמה עם ביקוש אנרגטי גבוה (מוח) תלויה כמעט לגמרי בחמצון</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היחס גדול בהרבה. תשובה 2 שגויה - יש הבדל דרמטי. תשובה 3 הפוכה לגמרי מהעובדות.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פוספורילציה חמצונית (Oxidative Phosphorylation)</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התהליך במיטוכונדריה שבו אלקטרונים מ-NADH ו-FADH2 עוברים בשרשרת הובלת אלקטרונים ומניעים סינתזת ATP, כאשר חמצן משמש כקולט האלקטרונים הסופי.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שני אופנים להרוויח כסף: עבודה מזדמנת שמשלמת 2 שקלים תוך דקה (גליקוליזה), מול השקעה שדורשת יותר זמן ותשתית (מיטוכונדריה) אבל מניבה 30 שקלים - איטית יותר אך משתלמת בהרבה לטווח הפעילות המתמשכת.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למוח יש בכלל צורך בגליקוליזה אנאירובית 'הפחות יעילה' אם החמצון כה עדיף?</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יישום קליני: יחס לקטט/פירובט במיקרודיאליזה מוחית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בחולת טראומת ראש קשה עם קטטר מיקרודיאליזה מוחית, נמדד יחס לקטט/פירובט (LPR) של 40, כאשר הגלוקוז המוחי המקומי תקין. מה המשמעות הפיזיולוגית הסבירה ביותר, בהתבסס על מנגנוני חילוף החומרים שבפרק?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המוח במצב תפקודי תקין לחלוטין (שלב 3, ברירת מחדל)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קיים כשל בפוספורילציה חמצונית/כניסת פירובט למיטוכונדריה - הרקמה מייצרת לקטט מעבר ליכולתה לחמצן אותו, על אף שדלק הגלוקוז עצמו עדיין זמין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עודף חמצן ברקמה שגורם לעלייה בייצור הפירובט</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התוצאה אינה בעלת שום משמעות קלינית כל עוד הגלוקוז המוחי תקין</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יישום קליני: יחס לקטט/פירובט במיקרודיאליזה מוחית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קיים כשל בפוספורילציה חמצונית/כניסת פירובט למיטוכונדריה - הרקמה מייצרת לקטט מעבר ליכולתה לחמצן אותו, על אף שדלק הגלוקוז עצמו עדיין זמין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LPR של 40 חורג משמעותית מהנורמה (עד כ-25) שהוגדרה בפרק</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גלוקוז מוחי תקין שולל בעיית אספקת דלק גולמי - הבעיה היא בשלב הבא</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LPR גבוה עם גלוקוז זמין מצביע על כשל בניצול/חמצון פירובט במיטוכונדריה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דפוס זה תואם 'משבר אנרגטי מסוג I' (mitochondrial dysfunction), מזוהה במחקרי מיקרודיאליזה כמנבא תוצא גרוע</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LPR של 40 חורג משמעותית מהנורמה. תשובה 2 שגויה - עודף חמצן היה מוריד את הלקטט, לא מעלה אותו. תשובה 3 שגויה - LPR גבוה הוא בדיוק הסמן הפרוגנוסטי שהפרק מדגיש כמשמעותי.</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LPR (Lactate/Pyruvate Ratio)</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יחס בין ריכוזי הלקטט והפירובט הנמדדים במיקרודיאליזה מוחית; משמש כסמן עקיף למצב החמצון התאי - LPR תקין מרמז על שיווי משקל, LPR גבוה מרמז על עודף גליקוליזה יחסית לחמצון.</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מפעל שמייצר חלקי גלם (פירובט) בקצב תקין, אבל קו ההרכבה הסופי (המיטוכונדריה) מפגר ולא מספיק לעבד אותם - חלקי הגלם מצטברים בצורה 'מומרת' (לקטט) במחסן, גם כשהחומר הגלם (גלוקוז) ממשיך להגיע כרגיל.</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LPR נחשב סמן טוב יותר מלקטט לבדו?</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F96167"/>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יישום קליני: PET-FDG ואפקט Warburg בגידולי מוח</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9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חולה לאחר טיפול בגליובלסטומה מציג נגע חדש ב-MRI. סריקת PET-FDG מראה קליטת גלוקוז גבוהה מאוד באזור הנגע. באיזה מנגנון מטבולי, שתואר בפרק, מתבסס השימוש הקליני בממצא הזה להבחנה בין הישנות גידול לנמק קרינתי?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גידולים ממאירים מפסיקים כליל להשתמש בגלוקוז ועוברים לחלוטין לחמצון שומנים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אפקט Warburg: תאי גידול מעדיפים גליקוליזה אנאירובית גם כשיש חמצן זמין, ולכן קולטים ומטבוליזים גלוקוז בקצב גבוה בהרבה מרקמה תקינה או נמקית - המתבטא בקליטת FDG גבוהה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נמק קרינתי תמיד מראה קליטת FDG גבוהה יותר מגידול פעיל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קשר בין קליטת FDG לבין פעילות מטבולית של הרקמה</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F96167"/>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יישום קליני: PET-FDG ואפקט Warburg בגידולי מוח</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נמק קרינתי תמיד מראה קליטת FDG גבוהה יותר מגידול פעיל</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אפקט Warburg תואר בפרק כהעדפה של תאים (כולל תאי גידול) לגליקוליזה גם בנוכחות חמצן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תאי גליובלסטומה פעילים ופרוליפרטיביים צורכים גלוקוז בקצב חריג</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רקמה נמקית (למשל לאחר קרינה) חסרת תאים חיים ולכן קליטת הגלוקוז שלה נמוכה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ההבדל הזה בקליטת FDG הוא הבסיס להבחנה קלינית בין הישנות (גבוה) לנמק (נמוך)</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הפרק מתאר העדפה לגליקוליזה, לא מעבר מוחלט לחמצון שומנים. תשובה 2 הפוכה מהעובדות הקליניות. תשובה 3 שגויה - כל הפרק מבוסס על הקשר בין פעילות מטבולית לקליטת גלוקוז (וממנה FDG).</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אפקט Warburg (Warburg Effect)</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תופעה שבה תאים ממאירים מעדיפים גליקוליזה אנאירובית לייצור אנרגיה גם בנוכחות חמצן מספק (בניגוד לתאים בריאים שמעדיפים חמצון מלא), ומאפשר ניצול FDG-PET לאבחון גידולים.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שתי מסעדות באותו רחוב: אחת (הרקמה הבריאה) מבשלת לאט ובקפידה כדי לקבל את המרב מכל מנה (חמצון יעיל), והשנייה (הגידול) מגישה מהר וברשלנות בשביל לגדול מהר ככל האפשר - וצורכת חומרי גלם (גלוקוז) בקצב מטורף, גם שיש לה כל מה שצריך לבשל לאט.</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גידול 'בוחר' במסלול הפחות יעיל אנרגטית (גליקוליזה) במקום החמצון היעיל?</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9A297"/>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חיץ פוספוקריאטין וקריאטין קינאז</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10 מתוך 10</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ריכוז ה-ATP הנמדד ברקמת המוח נשאר כמעט קבוע גם כאשר קצב העבודה התאי עולה עד פי 10, על אף שגם גליקוליזה וגם פוספורילציה חמצונית זקוקות לזמן כדי להאיץ?</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המוח כלל לא צורך ATP בקצב משתנה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מערכת פוספוקריאטין/קריאטין קינאז (PC/CK) מספקת חיץ מיידי - PC מעביר פוספט ל-ADP תוך רגע, ומתפזר מהר יותר מ-ATP עצמו, עד שהמסלולים האיטיים יותר 'מדביקים את הפער'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הנוירונים מפסיקים לתפקד זמנית עד שהאנרגיה מוכנה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גליקוליזה לבדה תמיד מספיקה לכל שינוי בביקוש, ללא צורך בחיץ נוסף</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9A297"/>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חיץ פוספוקריאטין וקריאטין קינאז</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גליקוליזה לבדה תמיד מספיקה לכל שינוי בביקוש, ללא צורך בחיץ נוסף</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יש פער זמנים אמיתי: גליקוליזה תוך אלפיות שנייה, חמצון תוך שניות-דקות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קריאטין קינאז (CK) - בצורתו הציטופלזמית (BB-CK) והמיטוכונדריאלית (Mi-CK) - הוא הפתרון</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פוספוקריאטין (PC) מעביר פוספט ל-ADP מיידית, ומתפזר מהר יותר מ-ATP עצמו בציטופלזמה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כך נוצר 'חיץ' זמני שמאפשר שינויים גדולים בעבודה כמעט ללא שינוי בריכוז ה-ATP הנמדד</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המוח כן משנה את קצב העבודה שלו באופן דרמטי בין מצבים. תשובה 2 שגויה - בדיוק ההפך: המערכת קיימת כדי למנוע הפסקת תפקוד. תשובה 3 שגויה - הפרק מדגיש במפורש שגליקוליזה בלבד אינה מספיקה בגלל פערי הזמן, ולכן נדרש חיץ ה-PC/CK.</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קריאטין קינאז (Creatine Kinase, CK)</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אנזים שמעביר קבוצת פוספט הפיך בין ADP/ATP לבין קריאטין/פוספוקריאטין; קיים בצורה ציטופלזמית (BB-CK במוח) ומיטוכונדריאלית (Mi-CK), ומהווה חיץ אנרגטי מיידי.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עסק שיש לו הכנסה קבועה איטית (חמצון) וגם מכירות מזדמנות מהירות (גליקוליזה) - אבל בשעת שיא פתאומית, אף אחד מהם לא מספיק מיד. כרטיס האשראי המיידי (PC/CK) מכסה את הפער עד שההכנסות 'מתעדכנות'.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מבחינה קלינית שה-ATP נשאר יציב גם בשינויים גדולים?</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Na+,K+-ATPase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תקציב אנרגיה מוחי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פוטנציאל ממברנה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אקסיטוטוקסיות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CMR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שלבי פעילות מוחית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סטטוס אפילפטיקוס</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הרדמה כללית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GLUT1</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GLUT3</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מחסום הדם-מוח</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הובלת גלוקוז</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2026-08-18T11:06:03Z</dcterms:created>
  <dcterms:modified xsi:type="dcterms:W3CDTF">2026-08-18T11:06:03Z</dcterms:modified>
</cp:coreProperties>
</file>