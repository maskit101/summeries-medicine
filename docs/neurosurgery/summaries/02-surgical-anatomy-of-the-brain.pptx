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400" b="1" dirty="0">
                <a:solidFill>
                  <a:srgbClr val="FFFFFF"/>
                </a:solidFill>
                <a:latin typeface="Calibri" pitchFamily="34" charset="0"/>
                <a:ea typeface="Calibri" pitchFamily="34" charset="-122"/>
                <a:cs typeface="Calibri" pitchFamily="34" charset="-120"/>
              </a:rPr>
              <a:t>נוירוכירורגיה</a:t>
            </a:r>
            <a:endParaRPr lang="en-US" sz="44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2: אנטומיה כירורגית של המוח</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Surgical Anatomy of the Brain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8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כלי דם - MCA</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עורק המוח האמצעי (MCA) מחולק לארבעה מקטעים. מהם המקטעים לפי הסדר, ואיזה מהם אחראי לאספקת גרעיני הבסיס והקפסולה הפנימית?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M1 (ספנואידלי) ← M2 (אינסולרי) ← M3 (אופרקולרי) ← M4 (קורטיקלי); M4 מספק את גרעיני הבסיס</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M1 (אינסולרי) ← M2 (ספנואידלי) ← M3 (קורטיקלי) ← M4 (אופרקולרי); M2 מספק את גרעיני הבסיס</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M1 (ספנואידלי) ← M2 (אינסולרי) ← M3 (אופרקולרי) ← M4 (קורטיקלי); M1 מספק את גרעיני הבסיס (דרך העורקים הלנטיקולוסטריאטליים)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יש רק שני מקטעים ל-MCA: פרוקסימלי ודיסטלי</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כלי דם - MCA</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M1 (ספנואידלי) ← M2 (אינסולרי) ← M3 (אופרקולרי) ← M4 (קורטיקלי); M1 מספק את גרעיני הבסיס (דרך העורקים הלנטיקולוסטריאטליים)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85042">
              <a:alpha val="12000"/>
            </a:srgbClr>
          </a:solidFill>
          <a:ln w="15875">
            <a:solidFill>
              <a:srgbClr val="B85042"/>
            </a:solidFill>
            <a:prstDash val="solid"/>
          </a:ln>
        </p:spPr>
      </p:sp>
      <p:sp>
        <p:nvSpPr>
          <p:cNvPr id="7" name="Shape 5"/>
          <p:cNvSpPr/>
          <p:nvPr/>
        </p:nvSpPr>
        <p:spPr>
          <a:xfrm>
            <a:off x="11292840" y="2176272"/>
            <a:ext cx="256032" cy="256032"/>
          </a:xfrm>
          <a:prstGeom prst="ellipse">
            <a:avLst/>
          </a:prstGeom>
          <a:solidFill>
            <a:srgbClr val="B85042"/>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M1 (ספנואידלי): מפיצול הקרוטיס ועד limen insulae - מקור העורקים הלנטיקולוסטריאטליים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M2 (אינסולרי): רץ בתא האינסולרי, מתחלק לגזע עליון ותחתון</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M3 (אופרקולרי): רץ בתא האופרקולרי; הענף האחורי היוצא מהביקוע = נקודת M</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1C7293">
              <a:alpha val="12000"/>
            </a:srgbClr>
          </a:solidFill>
          <a:ln w="15875">
            <a:solidFill>
              <a:srgbClr val="1C7293"/>
            </a:solidFill>
            <a:prstDash val="solid"/>
          </a:ln>
        </p:spPr>
      </p:sp>
      <p:sp>
        <p:nvSpPr>
          <p:cNvPr id="19" name="Shape 17"/>
          <p:cNvSpPr/>
          <p:nvPr/>
        </p:nvSpPr>
        <p:spPr>
          <a:xfrm>
            <a:off x="11292840" y="4782312"/>
            <a:ext cx="256032" cy="256032"/>
          </a:xfrm>
          <a:prstGeom prst="ellipse">
            <a:avLst/>
          </a:prstGeom>
          <a:solidFill>
            <a:srgbClr val="1C7293"/>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M4 (קורטיקלי): הענפים הקורטיקליים הסופיים על פני השטח</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משקפת את הסדר המדויק מהפרק: M1 הוא המקטע הפרוקסימלי ביותר, ומתוכו יוצאים העורקים הלנטיקולוסטריאטליים שמספקים את גרעיני הבסיס, החלק הקדמי של התלמוס, וחלקים מהקפסולה הפנימית - זו הסיבה הקלינית לכך שסתימה פרוקסימלית של ה-MCA (או של ענף לנטיקולוסטריאטלי בודד) עלולה לגרום לאוטם עמוק/לקונרי. תשובה 1 הופכת בטעות בין M1 ל-M4. תשובה 2 מבלבלת בין הסדר הנכון. תשובה 4 שגויה עובדתית - יש בדיוק ארבעה מקטעים מוגדרים.</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עורקים לנטיקולוסטריאטליים</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ענפים קטנים ועמוקים שיוצאים מ-M1, חודרים דרך החומר המחורר הקדמי (anterior perforated substance) ומספקים את גרעיני הבסיס והקפסולה הפנימית - הם הגורם הקלאסי לשבץ לקונרי.</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כביש ראשי (M1) שממנו יוצאים כבישי גישה קטנים לשכונות פנימיות (הלנטיקולוסטריאטליים לגרעיני הבסיס), לפני שהכביש הראשי בכלל מגיע למרכז העיר (M2 באינסולה) וממשיך לפרברים (M3-M4).</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סתימה בענף לנטיקולוסטריאטלי בודד יכולה לגרום לחסר נוירולוגי דרמטי יותר מסתימה בענף M4 קורטיקלי קטן דומה בגודלו?</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קפסולה פנימית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 הגיע עם המיפלגיה מלאה (חסר מוטורי שווה בפנים, יד ורגל) בעקבות שבץ לקונרי קטן. איזה חלק של הקפסולה הפנימית ככל הנראה נפגע, ומדוע נגע כה קטן גורם לחסר כה נרחב?</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הרגל האחורית (posterior limb) - כי כל מסלול הקורטיקוספינלי של הגוף כולו מצטופף שם לרצועה צרה של מילימטרים בודדים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הרגל הקדמית (anterior limb) - כי היא מכילה את מסלולי הראייה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הברך (genu) - כי היא הכי גדולה מכל חלקי הקפסולה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החלק הרטרולנטיפורמי - כי הוא אחראי לתנועה</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קפסולה פנימית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הרגל האחורית (posterior limb) - כי כל מסלול הקורטיקוספינלי של הגוף כולו מצטופף שם לרצועה צרה של מילימטרים בודדים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85042">
              <a:alpha val="12000"/>
            </a:srgbClr>
          </a:solidFill>
          <a:ln w="15875">
            <a:solidFill>
              <a:srgbClr val="B85042"/>
            </a:solidFill>
            <a:prstDash val="solid"/>
          </a:ln>
        </p:spPr>
      </p:sp>
      <p:sp>
        <p:nvSpPr>
          <p:cNvPr id="7" name="Shape 5"/>
          <p:cNvSpPr/>
          <p:nvPr/>
        </p:nvSpPr>
        <p:spPr>
          <a:xfrm>
            <a:off x="11292840" y="2176272"/>
            <a:ext cx="256032" cy="256032"/>
          </a:xfrm>
          <a:prstGeom prst="ellipse">
            <a:avLst/>
          </a:prstGeom>
          <a:solidFill>
            <a:srgbClr val="B85042"/>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הרגל האחורית ממוקמת בין התלמוס לחצי האחורי של הגרעין העדשתי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מכילה: מסלול קורטיקוספינלי, סיבים פרונטופונטיים וקורטיקורוברליים, וקרינה תלמית סומטו-תחושתית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כל סיבי המוטוריקה של הגוף (פנים, יד, רגל) עוברים כאן בצפיפות מקסימלית - שלא כמו בקורטקס שם הם מפוזרים</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 הרגל האחורית של הקפסולה הפנימית היא ה"צוואר בקבוק" האנטומי של כל מסלול המוטוריקה היורד: כמות עצומה של סיבים מכל אזורי הקורטקס המוטורי מצטופפת לרצועה של מילימטרים בודדים, כך שגם נגע איסכמי זעיר (למשל מענף לנטיקולוסטריאטלי בודד) יכול לפגוע בכל הסיבים ולגרום להמיפלגיה מלאה ושווה. הרגל הקדמית (2) מכילה בעיקר סיבים פרונטופונטיים, לא ראייה. הברך (3) אינה הגדולה מבין החלקים. החלק הרטרולנטיפורמי (4) מכיל בעיקר קרינת ראייה, לא מוטוריקה.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שבץ לקונרי (Lacunar stroke)</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אוטם קטן (בדרך כלל &lt;1.5 ס"מ) הנגרם מחסימת עורק חודר קטן בודד, אופייני באזורים כמו הקפסולה הפנימית, התלמוס והגשר.</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צינור מים ראשי שבו מתאחדים כל צינורות המשנה של בניין שלם לפני שהם יוצאים מהבניין - נזק קטן לצינור הראשי הזה משתק את כל הבניין, בעוד נזק לצינור משנה בודד פוגע רק בדירה אחת.</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חסר מוטורי מקורטקס (אזור נרחב) לעיתים קרובות פחות "שווה" בין פנים/יד/רגל, בהשוואה לפגיעה בקפסולה הפנימית?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מערכת חדרים</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בניתוח אמיגדלו-היפוקמפקטומי לטיפול באפילפסיה עמידה מהאונה הטמפורלית המדיאלית, לאיזה ציון דרך אנטומי הנתח מגביל את גבול ההסרה כדי לשמר את התלמוס?</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התלם ההיפוקמפלי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התלם הקולטרלי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הביקוע הכורואידלי - החריץ שממנו יוצאת מקלעת הכורואיד בין התלמוס לפורניקס/היפוקמפוס</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הביקוע הסילביאני</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מערכת חדרים</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הביקוע הכורואידלי - החריץ שממנו יוצאת מקלעת הכורואיד בין התלמוס לפורניקס/היפוקמפוס</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2C5F2D">
              <a:alpha val="12000"/>
            </a:srgbClr>
          </a:solidFill>
          <a:ln w="15875">
            <a:solidFill>
              <a:srgbClr val="2C5F2D"/>
            </a:solidFill>
            <a:prstDash val="solid"/>
          </a:ln>
        </p:spPr>
      </p:sp>
      <p:sp>
        <p:nvSpPr>
          <p:cNvPr id="7" name="Shape 5"/>
          <p:cNvSpPr/>
          <p:nvPr/>
        </p:nvSpPr>
        <p:spPr>
          <a:xfrm>
            <a:off x="11292840" y="2176272"/>
            <a:ext cx="256032" cy="256032"/>
          </a:xfrm>
          <a:prstGeom prst="ellipse">
            <a:avLst/>
          </a:prstGeom>
          <a:solidFill>
            <a:srgbClr val="2C5F2D"/>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הביקוע הכורואידלי הוא חריץ C-שכל הנמתח מפורמן מונרו דרך הגוף והאטריום ועד הקרן הטמפורלית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85042">
              <a:alpha val="12000"/>
            </a:srgbClr>
          </a:solidFill>
          <a:ln w="15875">
            <a:solidFill>
              <a:srgbClr val="B85042"/>
            </a:solidFill>
            <a:prstDash val="solid"/>
          </a:ln>
        </p:spPr>
      </p:sp>
      <p:sp>
        <p:nvSpPr>
          <p:cNvPr id="11" name="Shape 9"/>
          <p:cNvSpPr/>
          <p:nvPr/>
        </p:nvSpPr>
        <p:spPr>
          <a:xfrm>
            <a:off x="11292840" y="3044952"/>
            <a:ext cx="256032" cy="256032"/>
          </a:xfrm>
          <a:prstGeom prst="ellipse">
            <a:avLst/>
          </a:prstGeom>
          <a:solidFill>
            <a:srgbClr val="B85042"/>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הוא מהווה קו גבול בטוח: מבנים טמפורליים (היפוקמפוס, אמיגדלה) לצד אחד - ניתנים להסרה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C7293">
              <a:alpha val="12000"/>
            </a:srgbClr>
          </a:solidFill>
          <a:ln w="15875">
            <a:solidFill>
              <a:srgbClr val="1C7293"/>
            </a:solidFill>
            <a:prstDash val="solid"/>
          </a:ln>
        </p:spPr>
      </p:sp>
      <p:sp>
        <p:nvSpPr>
          <p:cNvPr id="15" name="Shape 13"/>
          <p:cNvSpPr/>
          <p:nvPr/>
        </p:nvSpPr>
        <p:spPr>
          <a:xfrm>
            <a:off x="11292840" y="3913632"/>
            <a:ext cx="256032" cy="256032"/>
          </a:xfrm>
          <a:prstGeom prst="ellipse">
            <a:avLst/>
          </a:prstGeom>
          <a:solidFill>
            <a:srgbClr val="1C7293"/>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מבנים תלמיים לצד השני - חובה לשמר, כדי למנוע חסר נוירולוגי קשה</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הביקוע הכורואידלי הוא אחד מציוני הדרך המיקרו-כירורגיים החשובים ביותר בניתוחי אונה טמפורלית מדיאלית בדיוק כי הוא מפריד באופן עקבי בין מבנים שניתן להקריב (טמפורליים) לבין מבנים שיש לשמר (תלמיים). התלם ההיפוקמפלי (1) והתלם הקולטרלי (2) הם תלמים קורטיקליים שטחיים ולא הגבול העמוק הרלוונטי. הביקוע הסילביאני (4) שייך לגישה אחרת לגמרי (טרנס-סילביאנית) ולא לגבול ההסרה בכריתה טמפורלית מדיאלית.</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ביקוע כורואידלי (Choroidal fissure)</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חריץ דק בין התלמוס לפורניקס שדרכו מחוברת מקלעת הכורואיד לחדר הצדדי; מהווה מישור כירורגי אבסקולרי יחסית וגבול בטוח בין מבנים טמפורליים לתלמיים.</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קו גבול בין מדינה מדיאלית ('התלמוס') שאסור לחצות אליה, לבין מדינה טמפורלית שכן מותר לפעול בה - הביקוע הכורואידלי הוא בדיוק קו הגבול המסומן על המפה.</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זה קריטי לזהות את הביקוע הכורואידלי לפני הכריתה, ולא רק לזהות את ההיפוקמפוס עצמו?</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פוסה אחורית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מהם הגבולות הארבעה של הזווית הפונטוצרבלרית (CPA), ואילו עצבים גולגולתיים ועורק היא מכילה?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עלית: ציסטרנה פרה-פונטינית; מכילה עצבים III ו-IV בלבד</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עלית: ציסטרנה אמביינטית אינפרה-טנטוריאלית (SCA, IV); מדיאלית: ציסטרנה פרה-פונטינית (BA, VI, AICA); תחתית: ציסטרנה צרבלומדולרית לטרלית (IX-XII, VA); לטרלית: העצם הפטרוזית; מכילה V, VII, VIII ואת ה-AICA</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מכילה רק את עצב VII וללא עורקים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תחומה רק על ידי הגשר והמדולה, ללא קשר לעצם הפטרוזית</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פוסה אחורית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עלית: ציסטרנה אמביינטית אינפרה-טנטוריאלית (SCA, IV); מדיאלית: ציסטרנה פרה-פונטינית (BA, VI, AICA); תחתית: ציסטרנה צרבלומדולרית לטרלית (IX-XII, VA); לטרלית: העצם הפטרוזית; מכילה V, VII, VIII ואת ה-AICA</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עלית: ציסטרנה אמביינטית אינפרה-טנטוריאלית - SCA ועצב IV</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מדיאלית: ציסטרנה פרה-פונטינית - עורק בזילרי, עצב VI, מקור ה-AICA</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תחתית: ציסטרנה צרבלומדולרית לטרלית - עצבים IX-XII והעורק הוורטברלי</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B85042">
              <a:alpha val="12000"/>
            </a:srgbClr>
          </a:solidFill>
          <a:ln w="15875">
            <a:solidFill>
              <a:srgbClr val="B85042"/>
            </a:solidFill>
            <a:prstDash val="solid"/>
          </a:ln>
        </p:spPr>
      </p:sp>
      <p:sp>
        <p:nvSpPr>
          <p:cNvPr id="19" name="Shape 17"/>
          <p:cNvSpPr/>
          <p:nvPr/>
        </p:nvSpPr>
        <p:spPr>
          <a:xfrm>
            <a:off x="11292840" y="4782312"/>
            <a:ext cx="256032" cy="256032"/>
          </a:xfrm>
          <a:prstGeom prst="ellipse">
            <a:avLst/>
          </a:prstGeom>
          <a:solidFill>
            <a:srgbClr val="B85042"/>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לטרלית: העצם הפטרוזית; תוכן ה-CPA עצמו: V, VII, VIII ו-AICA</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משקפת במדויק את ארבעת הגבולות מהפרק, כל אחד עם המבנים הנלווים אליו, ואת תוכן ה-CPA עצמו (עצבים V, VII, VIII, העורק AICA וורידים נלווים). תשובה 1 מחליפה בטעות בין הגבולות ומזכירה עצבים לא רלוונטיים. תשובה 3 שגויה - CPA מכיל שלושה עצבים גולגולתיים ולא אחד. תשובה 4 מתעלמת מהעצם הפטרוזית שהיא הגבול הלטרלי המוגדר.</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זווית פונטוצרבלרית (CPA)</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המרחב הציסטרני בין הגשר, המוחון והעצם הפטרוזית, המכיל את עצבים V, VII, VIII ואת ה-AICA - האתר הניתוחי המרכזי לשוואנומה וסטיבולרית.</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חדר עם ארבעה קירות שכל אחד מהם 'שייך' לגבול אחר של הגוף: תקרה (SCA+IV), קיר פנימי (BA+VI+AICA), רצפה (IX-XII+VA), וקיר חיצוני קשיח (העצם) - וכל התוכן החשוב (V,VII,VIII) יושב באמצע החדר.</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לנתח לדעת בדיוק אילו עצבים/כלים גובלים בכל צלע של ה-CPA, ולא רק מה נמצא במרכזו?</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פוסה אחורית - כלי דם</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בניתוח לשוואנומה וסטיבולרית גדולה, הנתח מתקשה לזהות ישירות את עצבי הפנים (VII) והשמע (VIII) בשל עיוות אנטומי מהגידול. איזה עורק מהפוסה האחורית משמש ציון דרך אמין למיקומם, ולמה?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SCA - כי הוא צמוד לעצב V</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PICA - כי הוא מספק את התונסילות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העורק הוורטברלי - כי הוא נכנס דרך הפורמן מגנום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AICA - כי ה'לולאה המיאטלית' (meatal loop) שלו מתקרבת מאוד למיאטוס האקוסטי הפנימי, שם נמצאים עצבי VII ו-VIII</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פוסה אחורית - כלי דם</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AICA - כי ה'לולאה המיאטלית' (meatal loop) שלו מתקרבת מאוד למיאטוס האקוסטי הפנימי, שם נמצאים עצבי VII ו-VIII</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ה-AICA יוצא מהעורק הבזילרי ליד גבול הגשר-מדולה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יוצר לולאה (meatal loop) שמתקרבת פיזית מאוד למיאטוס האקוסטי הפנימי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בשל הקרבה הקבועה הזו, הלולאה משמשת ציון דרך אנגיוגרפי/כירורגי אמין למיקום עצבי VII ו-VIII</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(4): ה-AICA הוא העורק שהכי קרוב אנטומית למיאטוס האקוסטי הפנימי, וה'לולאה המיאטלית' שלו נעשית שימוש קבוע כציון דרך לזיהוי עצבי VII/VIII כשגידול מעוות את האנטומיה הרגילה. SCA (1) גובל בזווית העליונה של ה-CPA וקרוב לעצב V, לא למיאטוס. PICA (2) מספק בעיקר את הפוסה האחורית התחתונה ולא רלוונטי למיאטוס. העורק הוורטברלי (3) רלוונטי לגישות תחתונות יותר לכיוון המדולה.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Meatal loop</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לולאה של ה-AICA (או ענף שלה) המתקרבת מאוד למיאטוס האקוסטי הפנימי; שימושית כציון דרך תוך-ניתוחי ואנגיוגרפי למיקום עצבי VII/VIII.</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עורק כמו שביל טיולים שעובר ממש ליד שער הכניסה לבית (המיאטוס) - גם אם לא רואים את הבית עצמו, השביל הזה תמיד יוביל אותך לשער.</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לזהות ציון דרך עורקי (ולא רק עצבי) כשמחפשים את עצב VII בניתוח שוואנומה?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גרעיני בסיס</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מהם ארבעת הגרעינים המרכיבים את גרעיני הבסיס לפי הפרק, ומהם שלושת המרכיבים של הסטריאטום?</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תלמוס, גלובוס פלידוס, סובסטנציה ניגרה, גרעין סאב-תלמי; הסטריאטום כולל את התלמוס</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סטריאטום (קאודטוס+פוטמן+נוקלאוס אקומבנס), גלובוס פלידוס, סובסטנציה ניגרה, גרעין סאב-תלמי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רק שני גרעינים: קאודטוס ופוטמן</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אמיגדלה, היפוקמפוס, קאודטוס, פוטמן</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גרעיני בסיס</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סטריאטום (קאודטוס+פוטמן+נוקלאוס אקומבנס), גלובוס פלידוס, סובסטנציה ניגרה, גרעין סאב-תלמי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סטריאטום = קאודטוס + פוטמן + נוקלאוס אקומבנס (שלושה תת-מרכיבים)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גלובוס פלידוס - גרעין נפרד</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סובסטנציה ניגרה - גרעין נפרד</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גרעין סאב-תלמי - גרעין נפרד</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היא ההגדרה המדויקת מהפרק: גרעיני הבסיס כוללים ארבעה גרעינים, כאשר אחד מהם (הסטריאטום) מורכב בעצמו משלושה תת-מבנים. חשוב לזכור שהתלמוס (תשובה 1) אינו חלק מגרעיני הבסיס - הוא מבנה דיאנצפלי נפרד, למרות שהוא צמוד אליהם מקרוסקופית ומכוסה יחד איתם על ידי האינסולה. תשובה 3 חסרה לגמרי - שני גרעינים בלבד אינם מספיקים. תשובה 4 מערבבת מבנים לימביים (אמיגדלה, היפוקמפוס) עם גרעיני בסיס - טעות נפוצה כי הם קרובים אנטומית אך שונים תפקודית.</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גרעיני בסיס (Basal Ganglia)</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קבוצת גרעינים תת-קורטיקליים טלנצפליים המעורבים בבקרת תנועה; כוללים את הסטריאטום, הגלובוס פלידוס, הסובסטנציה ניגרה והגרעין הסאב-תלמי.</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חברת ניהול (הסטריאטום) עם שלושה מחלקות (קאודטוס, פוטמן, אקומבנס), ושלושה שותפים חיצוניים נפרדים (גלובוס פלידוס, סובסטנציה ניגרה, גרעין סאב-תלמי) שכולם עובדים יחד אך נשארים ישויות נפרדות.</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מבחינה כירורגית להבחין בין גרעיני הבסיס (טלנצפליים) לתלמוס (דיאנצפלי) אם הם ממוזגים מקרוסקופית?</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028090"/>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מערכת ורידים</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בגישה סאב-טמפורלית לניתוח, מדוע חייבים לזהות ולשמר את וריד Labbé לפני פתיחת הדורה, בניגוד לענפים עורקיים קטנים שלעיתים ניתן להקריב?</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וריד Labbé הוא לרוב הניקוז הוורידי היחיד/העיקרי של האונה הטמפורלית האחורית-תחתונה לכיוון הסינוס הרוחבי, וקריעתו עלולה לגרום לאוטם ורידי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הוא מספק דם עורקי לתלמוס</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הוא מוליך אותות חשמליים ישירות לקורטקס המוטורי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הוא הווריד היחיד במוח כולו</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028090"/>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מערכת ורידים</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כי וריד Labbé הוא לרוב הניקוז הוורידי היחיד/העיקרי של האונה הטמפורלית האחורית-תחתונה לכיוון הסינוס הרוחבי, וקריעתו עלולה לגרום לאוטם ורידי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85042">
              <a:alpha val="12000"/>
            </a:srgbClr>
          </a:solidFill>
          <a:ln w="15875">
            <a:solidFill>
              <a:srgbClr val="B85042"/>
            </a:solidFill>
            <a:prstDash val="solid"/>
          </a:ln>
        </p:spPr>
      </p:sp>
      <p:sp>
        <p:nvSpPr>
          <p:cNvPr id="7" name="Shape 5"/>
          <p:cNvSpPr/>
          <p:nvPr/>
        </p:nvSpPr>
        <p:spPr>
          <a:xfrm>
            <a:off x="11292840" y="2176272"/>
            <a:ext cx="256032" cy="256032"/>
          </a:xfrm>
          <a:prstGeom prst="ellipse">
            <a:avLst/>
          </a:prstGeom>
          <a:solidFill>
            <a:srgbClr val="B85042"/>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וריד Labbé (הווריד האנסטומוטי התחתון) הוא הגדול ביותר שחוצה את האונה הטמפורלית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מנקז לכיוון הסינוס הרוחבי מהחלק האמצעי של הביקוע הסילביאני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בניגוד לעורקים בעלי זרימת עוקף, ורידים גדולים כאלה משמשים לרוב כניקוז בלעדי - קריעה = אוטם ורידי</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וריד Labbé הוא דוגמה קלאסית לעיקרון הכללי במערכת הוורידית - בניגוד לעורקים שיכולים ליהנות מזרימת עוקף (collateral flow) דרך circle of Willis או אנסטומוזות אחרות, ורידים גדולים כמו זה משמשים לרוב כניקוז היחיד או העיקרי לאזור מוגדר. קריעה או הקרבה בטעות עלולה לגרום לאוטם ורידי חמור באונה הטמפורלית. תשובות 2, 3 ו-4 שגויות עובדתית - וורידים לא מספקים דם עורקי, לא מוליכים אותות חשמליים, ובמוח יש כמובן וורידים רבים נוספים.</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וריד Labbé (וריד אנסטומוטי תחתון)</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הווריד השטחי הגדול ביותר שחוצה את האונה הטמפורלית בין הביקוע הסילביאני לסינוס הרוחבי; ניקוז קריטי שיש להימנע מפגיעה בו בגישות טמפורליות וסאב-טמפורליות.</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תעלת ניקוז יחידה שמנקזת שכונה שלמה - אם סוגרים אותה, השכונה כולה מוצפת (אוטם ורידי), בניגוד לכביש עם מסלולי עקיפה מרובים (כמו העורקים).</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בכלל קיים הבדל כה מהותי בין 'הקרבת עורק קטן' ל'הקרבת וריד גדול' בניתוחי מוח?</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84B59F"/>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גזע המוח</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מבין כל העצבים הגולגולתיים, לעצב הטרוכלארי (IV) יש תכונת יציאה ייחודית מגזע המוח. מהי, ולמה היא הופכת אותו לפגיע במיוחד בפגיעות ראש?</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הוא יוצא מהצד הקדמי (ventral) של הגשר, כמו רוב שאר העצבים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הוא יוצא מהמדולה יחד עם IX, X ו-XI</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הוא היחיד שיוצא מהחלק הקדמי (ventral) של המוח התיכון, בין הפדונקולים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הוא העצב הגולגולתי היחיד שיוצא מהצד האחורי (דורסלי) של גזע המוח - מתחת לקוליקולוס התחתון - ולכן יש לו את המסלול התוך-גולגולתי הארוך ביותר, מה שהופך אותו לפגיע לחבלה</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84B59F"/>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גזע המוח</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הוא העצב הגולגולתי היחיד שיוצא מהצד האחורי (דורסלי) של גזע המוח - מתחת לקוליקולוס התחתון - ולכן יש לו את המסלול התוך-גולגולתי הארוך ביותר, מה שהופך אותו לפגיע לחבלה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85042">
              <a:alpha val="12000"/>
            </a:srgbClr>
          </a:solidFill>
          <a:ln w="15875">
            <a:solidFill>
              <a:srgbClr val="B85042"/>
            </a:solidFill>
            <a:prstDash val="solid"/>
          </a:ln>
        </p:spPr>
      </p:sp>
      <p:sp>
        <p:nvSpPr>
          <p:cNvPr id="7" name="Shape 5"/>
          <p:cNvSpPr/>
          <p:nvPr/>
        </p:nvSpPr>
        <p:spPr>
          <a:xfrm>
            <a:off x="11292840" y="2176272"/>
            <a:ext cx="256032" cy="256032"/>
          </a:xfrm>
          <a:prstGeom prst="ellipse">
            <a:avLst/>
          </a:prstGeom>
          <a:solidFill>
            <a:srgbClr val="B85042"/>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עצב IV יוצא מתחת לקוליקולוס התחתון, בצד האחורי (הגבי) של המוח התיכון</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זהו העצב הגולגולתי היחיד שיוצא דורסלית מגזע המוח</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בשל כך הוא חייב 'לעקוף' את גזע המוח בדרכו קדימה - נותן לו את המסלול התוך-גולגולתי הארוך ביותר מבין העצבים הגולגולתיים</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D99A2B">
              <a:alpha val="12000"/>
            </a:srgbClr>
          </a:solidFill>
          <a:ln w="15875">
            <a:solidFill>
              <a:srgbClr val="D99A2B"/>
            </a:solidFill>
            <a:prstDash val="solid"/>
          </a:ln>
        </p:spPr>
      </p:sp>
      <p:sp>
        <p:nvSpPr>
          <p:cNvPr id="19" name="Shape 17"/>
          <p:cNvSpPr/>
          <p:nvPr/>
        </p:nvSpPr>
        <p:spPr>
          <a:xfrm>
            <a:off x="11292840" y="4782312"/>
            <a:ext cx="256032" cy="256032"/>
          </a:xfrm>
          <a:prstGeom prst="ellipse">
            <a:avLst/>
          </a:prstGeom>
          <a:solidFill>
            <a:srgbClr val="D99A2B"/>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מסלול ארוך וחשוף = פגיעות גבוהה לחבלת ראש עם שיפוע (shear injury)</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(4): עצב IV הוא יוצא הדופן האנטומי בין העצבים הגולגולתיים - הוא היחיד שיוצא מהצד הדורסלי (האחורי) של גזע המוח, ספציפית מתחת לקוליקולוס התחתון של המוח התיכון. עצב III (תשובות 1 ו-3, בטעות) יוצא דווקא ventrally, מה-interpeduncular fossa. עצבים IX-XI (תשובה 2) יוצאים מהמדולה, לא ממוח התיכון. המסלול הארוך והחשוף של IV הוא בדיוק הסיבה שהוא נפגע לעיתים קרובות יחסית בטראומת ראש עם תאוצה-האטה, וגורם לשיתוק/חולשה של השריר האלכסוני העליון (diplopia אלכסוני, קושי לרדת במדרגות).</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עצב טרוכלארי (Trochlear nerve, IV)</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העצב הגולגולתי היחיד שיוצא מהצד הדורסלי של גזע המוח; מעצבב את השריר האלכסוני העליון של העין; בעל המסלול התוך-גולגולתי הארוך והדק ביותר מבין העצבים הגולגולתיים.</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את כל העצבים הגולגולתיים יוצאים מהדלת הקדמית של הבית (החזית הוונטרלית) חוץ מאחד - עצב IV, שיוצא מדלת אחורית נסתרת ואז חייב לעקוף את כל הבית כדי להגיע לחזית. המסלול הארוך הזה חושף אותו לפגיעה.</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דווקא העצב 'הדק והארוך ביותר' נפגע יחסית בקלות בטראומת ראש, בהשוואה לעצבים עבים יותר?</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MCA</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M1-M4</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lenticulostriate arteries</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sylvian point</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Internal capsule</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posterior limb</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corticospinal tract</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lacunar stroke</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choroidal fissure</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amygdalohippocampectomy</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temporal lobe epilepsy</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cerebellopontine angle</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2026-08-11T06:35:22Z</dcterms:created>
  <dcterms:modified xsi:type="dcterms:W3CDTF">2026-08-11T06:35:22Z</dcterms:modified>
</cp:coreProperties>
</file>