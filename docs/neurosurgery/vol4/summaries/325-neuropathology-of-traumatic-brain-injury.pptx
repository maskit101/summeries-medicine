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4</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325: פתולוגיה של פגיעת ראש טראומטית</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Neuropathology of Traumatic Brain Injury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פתופיזיולוגיה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המנגנון העיקרי שבו רוב האקסונים נפגעים בטראומה, לפי הפרק?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רוב האקסונים נקרעים מכנית ומיד ברגע הפגיעה (primary axotomy)</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רוב האקסונים אינם נקרעים מיד; במקום זאת, פגיעה בהובלה האקסופלזמית גורמת לנפיחות מתקדמת ולניתוק בפועל (secondary axotomy) רק לאחר 6-12 שעות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אקסונים כלל אינם נפגעים בטראומה, רק תאי גוף הנוירון</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 האקסונים חוזרים לתפקוד מלא תוך דקות</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פתופיזיולוגיה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רוב האקסונים אינם נקרעים מיד; במקום זאת, פגיעה בהובלה האקסופלזמית גורמת לנפיחות מתקדמת ולניתוק בפועל (secondary axotomy) רק לאחר 6-12 שעות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כוח מכני פוגע בממברנת האקסון ומאפשר כניסת Ca2+</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הובלה אקסופלזמית נפגעת - חלבונים מצטברים מקומית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לאחר 6-12 שעות - ניתוק בפועל וגולת נסיגה (ARB)</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מחקרים ניסיוניים הראו שרוב האקסונים הפגועים טראומטית אינם נקרעים מכנית באופן מיידי כפי שחשבו במקור, אלא עוברים תהליך דינמי הדרגתי של פגיעה בהובלה האקסופלזמית, נפיחות, ולבסוף ניתוק (secondary axotomy) לאחר שעות. תשובה 1 מתארת primary axotomy שהוא נדיר יחסית וקורה רק בקצה הספקטרום החמור. תשובות 3 ו-4 שגויות עובדתית.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Secondary Axotomy</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תהליך הדרגתי של ניתוק אקסון בעקבות פגיעה בהובלה האקסופלזמית ונפיחות מתקדמת, ולא קריעה מכנית מיידית.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כבל טלפון שנמעך אך לא נקרע - התקשורת דרכו נחלשת בהדרגה עד שהוא נקרע לגמרי אחרי כמה שעות של עומס מצטבר, ולא נקרע מיד ברגע המעיכה.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מבחינה טיפולית שרוב האקסונים לא נקרעים מיד?</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אבחון פתולוגי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צביעת APP-β אימונוהיסטוכימית עדיפה משמעותית על צביעות כסף מסורתיות לזיהוי פגיעה אקסונלית טראומטית?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APP-β הוא חלבון המובל בהובלה האקסופלזמית המהירה ומצטבר כמעט מיד (תוך 35 דקות) בנקודת הפגיעה, כך שהוא מגלה נזק אקסונלי בכמעט כל מקרי חבלת ראש קטלנית, לעומת רק כ-30% שגילו צביעות כסף</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APP-β זול יותר לביצוע במעבדה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צביעות כסף אינן זמינות עוד באף מעבדה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APP-β מזהה אך ורק נזק לא-טראומטי</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אבחון פתולוגי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APP-β הוא חלבון המובל בהובלה האקסופלזמית המהירה ומצטבר כמעט מיד (תוך 35 דקות) בנקודת הפגיעה, כך שהוא מגלה נזק אקסונלי בכמעט כל מקרי חבלת ראש קטלנית, לעומת רק כ-30% שגילו צביעות כסף</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APP מובל אנטרוגרדית בהובלה אקסופלזמית מהירה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מצטבר פרוקסימלית לאתר הפגיעה תוך 35 דקות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רגישות גבוהה בהרבה מצביעות כסף מסורתיות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APP הוא חלבון המובל באופן תקין אנטרוגרדית (קדימה) בהובלה האקסופלזמית המהירה כחלבון ממברנלי וסיקולרי, ומצטבר במהירות פרוקסימלית לאתר הפגיעה - ניתן לזהותו כבר תוך 35 דקות מהחבלה. זה הופך אותו לרגיש בהרבה מצביעות כסף מסורתיות שגילו נזק רק ב-30% ממקרי חבלת ראש קטלנית, לעומת נזק כמעט אוניברסלי שמתגלה עם APP. תשובות 2, 3 ו-4 שגויות עובדתית - הצביעה אינה קשורה למחיר, וצביעות כסף עדיין קיימות אך פחות רגישות.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APP (Amyloid Precursor Protein)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חלבון המובל בהובלה האקסופלזמית המהירה, המצטבר באקסונים פגועים ומשמש כסמן אימונוהיסטוכימי רגיש לפגיעה אקסונלית.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תנועה בכביש מהיר שנחסמת - כשיש חסימה (פגיעה באקסון), מכוניות (חלבוני APP) שהיו בדרך מצטברות ומתגבשות בפקק ממש לפני נקודת החסימה, וכך אפשר לראות בדיוק היכן הדרך נחסמה.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שהאיתור אפשרי כבר תוך 35 דקות?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אנטומיה פתולוגית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דימום אפידורלי (EDH) אינו חוצה תפרי גולגולת ב-CT, בעוד דימום סובדורלי (SDH) כן חוצה אותם?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EDH תמיד קטן יותר מ-SDH</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EDH נגרם רק מוורידים ו-SDH רק מעורקים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הדורה מאוד צמודה לעצם הגולגולת באזור התפרים, ולכן דימום שנמצא מעל הדורה (אפידורלי) נעצר בגבול התפר; דימום מתחת לדורה (סובדורלי) אינו מוגבל כך ויכול להתפשט על פני שטח נרחב יותר החוצה תפרים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הבדל אמיתי בין השניים ב-CT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אנטומיה פתולוגית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כי הדורה מאוד צמודה לעצם הגולגולת באזור התפרים, ולכן דימום שנמצא מעל הדורה (אפידורלי) נעצר בגבול התפר; דימום מתחת לדורה (סובדורלי) אינו מוגבל כך ויכול להתפשט על פני שטח נרחב יותר החוצה תפרים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EDH: מעל הדורה, מוגבל בתפרי הגולגולת - צורת עדשה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SDH: מתחת לדורה, לא מוגבל בתפרים - צורת סהר</a:t>
            </a:r>
            <a:endParaRPr lang="en-US" sz="950" dirty="0"/>
          </a:p>
        </p:txBody>
      </p:sp>
      <p:sp>
        <p:nvSpPr>
          <p:cNvPr id="13" name="Shape 11"/>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4" name="Text 12"/>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5" name="Text 13"/>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הצמדות ההדוקה של הדורה לעצם הגולגולת באזורי התפרים יוצרת מחסום פיזי לדימום אפידורלי, ולכן הוא מקבל צורה קמורה-דו-צדדית (biconvex/עדשה) ואינו חוצה תפרים. דימום סובדורלי נמצא במרחב שמתחת לדורה, שאינו מוגבל בצורה זו, ולכן מתפשט בצורת סהר (crescent) שיכולה לחצות תפרים. תשובות 1, 2 ו-4 שגויות עובדתית - למשל, כ-10-40% מה-EDH הם ורידיים במקורם, לא רק עורקיים.</a:t>
            </a:r>
            <a:endParaRPr lang="en-US" sz="1000" dirty="0"/>
          </a:p>
        </p:txBody>
      </p:sp>
      <p:sp>
        <p:nvSpPr>
          <p:cNvPr id="16" name="Shape 14"/>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17" name="Text 15"/>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EDH לעומת SDH</a:t>
            </a:r>
            <a:endParaRPr lang="en-US" sz="1150" dirty="0"/>
          </a:p>
        </p:txBody>
      </p:sp>
      <p:sp>
        <p:nvSpPr>
          <p:cNvPr id="18" name="Text 16"/>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שני סוגי דימום חוץ-מוחי הנבדלים במיקום ביחס לדורה, ולכן בצורתם האופיינית ב-CT.</a:t>
            </a:r>
            <a:endParaRPr lang="en-US" sz="950" dirty="0"/>
          </a:p>
        </p:txBody>
      </p:sp>
      <p:sp>
        <p:nvSpPr>
          <p:cNvPr id="19" name="Shape 17"/>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0" name="Text 18"/>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1" name="Text 19"/>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שהדורה היא סקוטש-טייפ מודבק חזק לקיר (הגולגולת) בנקודות ספציפיות (התפרים). אם שופכים נוזל מעל הטייפ (EDH), הוא ייעצר בכל נקודת הידבקות. אם שופכים נוזל מתחת לטייפ (SDH), הוא יכול לזרום חופשי מתחת לכל אורכו.</a:t>
            </a:r>
            <a:endParaRPr lang="en-US" sz="950" dirty="0"/>
          </a:p>
        </p:txBody>
      </p:sp>
      <p:sp>
        <p:nvSpPr>
          <p:cNvPr id="22" name="Text 20"/>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ההבדל הצורני הזה חשוב קלינית?</a:t>
            </a:r>
            <a:endParaRPr lang="en-US" sz="900" dirty="0"/>
          </a:p>
        </p:txBody>
      </p:sp>
      <p:sp>
        <p:nvSpPr>
          <p:cNvPr id="23" name="Text 21"/>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מהלך קליני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"מרווח צלול" (lucid interval) ומה שיעור המקרים בהם הוא מופיע ב-EDH, לפי הפרק?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תקופה שבה החולה כלל אינו נפגע - מופיעה ב-100% מהמקרים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תקופה של הכרה מלאה שמופיעה רק אחרי ניתוח</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מונח המתאר בלבול קל בלבד - מופיע ב-50% מהמקרים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תקופה של הכרה תקינה יחסית לאחר הפגיעה, לפני הידרדרות נוירולוגית מהירה מאוחרת יותר עקב התרחבות הגוש - מופיעה בכ-20% מהמקרים של EDH</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מהלך קליני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תקופה של הכרה תקינה יחסית לאחר הפגיעה, לפני הידרדרות נוירולוגית מהירה מאוחרת יותר עקב התרחבות הגוש - מופיעה בכ-20% מהמקרים של EDH</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C5F2D">
              <a:alpha val="12000"/>
            </a:srgbClr>
          </a:solidFill>
          <a:ln w="15875">
            <a:solidFill>
              <a:srgbClr val="2C5F2D"/>
            </a:solidFill>
            <a:prstDash val="solid"/>
          </a:ln>
        </p:spPr>
      </p:sp>
      <p:sp>
        <p:nvSpPr>
          <p:cNvPr id="7" name="Shape 5"/>
          <p:cNvSpPr/>
          <p:nvPr/>
        </p:nvSpPr>
        <p:spPr>
          <a:xfrm>
            <a:off x="11292840" y="2176272"/>
            <a:ext cx="256032" cy="256032"/>
          </a:xfrm>
          <a:prstGeom prst="ellipse">
            <a:avLst/>
          </a:prstGeom>
          <a:solidFill>
            <a:srgbClr val="2C5F2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לאחר הפגיעה - הכרה תקינה יחסית (שלב פיצוי מרחבי)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התרחבות הדימום ממשיכה בשקט</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91C1C">
              <a:alpha val="12000"/>
            </a:srgbClr>
          </a:solidFill>
          <a:ln w="15875">
            <a:solidFill>
              <a:srgbClr val="B91C1C"/>
            </a:solidFill>
            <a:prstDash val="solid"/>
          </a:ln>
        </p:spPr>
      </p:sp>
      <p:sp>
        <p:nvSpPr>
          <p:cNvPr id="15" name="Shape 13"/>
          <p:cNvSpPr/>
          <p:nvPr/>
        </p:nvSpPr>
        <p:spPr>
          <a:xfrm>
            <a:off x="11292840" y="3913632"/>
            <a:ext cx="256032" cy="256032"/>
          </a:xfrm>
          <a:prstGeom prst="ellipse">
            <a:avLst/>
          </a:prstGeom>
          <a:solidFill>
            <a:srgbClr val="B91C1C"/>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כשהפיצוי מתמצה - הידרדרות מהירה ופתאומית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מרווח צלול הוא תקופה של הכרה תקינה יחסית שמפרידה בין הפגיעה הראשונית לבין הידרדרות נוירולוגית מאוחרת יותר, ומופיע בכ-20% ממקרי EDH לפי הפרק. הוא נובע משלב הפיצוי המרחבי - כל עוד הדימום קטן יחסית, הנפח התוך-גולגולתי הכולל כמעט אינו משתנה בזכות עקירת CSF ודם ורידי. תשובות 1, 2 ו-3 אינן תואמות את ההגדרה או הנתונים המדויקים בפרק.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Lucid Interval</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תקופת הכרה תקינה יחסית בין הפגיעה הראשונית להידרדרות נוירולוגית מאוחרת, המשקפת שלב פיצוי מרחבי לפני שהתרחבות הגוש חורגת מהיכולת המפצה.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כרטיס אשראי שעדיין 'תקין' עד שמגיעים לגבול האשראי - אפשר להוציא כספים (הגדלת הדימום) בלי שהמערכת (המוח) 'תקרוס' עד לרגע שבו מגיעים פתאום לתקרה, ואז הכל קורס בבת אחת.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מרווח צלול מסוכן קלינית דווקא בגלל שהוא נראה 'טוב'?</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פתופיזיולוגיה קלינית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אישון מורחב וקבוע הוא לרוב הסימן המוקדם ביותר בהרניאציה אונית (uncal herniation), לפני שיתוק גפיים מלא?</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עצב האוקולומוטור נמצא רחוק מהאונקוס ולכן נפגע ראשון באופן פרדוקסלי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הסיבים המוטוריים נמצאים במרכז המוח ולכן נפגעים אחרונים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הסיבים הפאראסימפתטיים המכווצים את האישון ממוקמים באופן היקפי (שטחי) בתוך עצב האוקולומוטור, ולכן הם הרגישים ביותר ללחיצה חיצונית מהאונקוס ההרניארי, בעוד סיבי מוטור הגפיים עוברים במסלול הקורטיקוספינלי המרוחק יותר בקפסולה הפנימית/פדונקל</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קשר אמיתי בין סדר הופעת הסימנים למיקום אנטומי</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פתופיזיולוגיה קלינית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כי הסיבים הפאראסימפתטיים המכווצים את האישון ממוקמים באופן היקפי (שטחי) בתוך עצב האוקולומוטור, ולכן הם הרגישים ביותר ללחיצה חיצונית מהאונקוס ההרניארי, בעוד סיבי מוטור הגפיים עוברים במסלול הקורטיקוספינלי המרוחק יותר בקפסולה הפנימית/פדונקל</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עצב אוקולומוטור: סיבים פאראסימפתטיים היקפיים - רגישים ללחץ חיצוני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91C1C">
              <a:alpha val="12000"/>
            </a:srgbClr>
          </a:solidFill>
          <a:ln w="15875">
            <a:solidFill>
              <a:srgbClr val="B91C1C"/>
            </a:solidFill>
            <a:prstDash val="solid"/>
          </a:ln>
        </p:spPr>
      </p:sp>
      <p:sp>
        <p:nvSpPr>
          <p:cNvPr id="11" name="Shape 9"/>
          <p:cNvSpPr/>
          <p:nvPr/>
        </p:nvSpPr>
        <p:spPr>
          <a:xfrm>
            <a:off x="11292840" y="3044952"/>
            <a:ext cx="256032" cy="256032"/>
          </a:xfrm>
          <a:prstGeom prst="ellipse">
            <a:avLst/>
          </a:prstGeom>
          <a:solidFill>
            <a:srgbClr val="B91C1C"/>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האונקוס ההרניארי לוחץ מבחוץ על עצב III</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מסלול קורטיקוספינלי נפגע מאוחר יותר/ בעקיפין (Kernohan's notch)</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בתוך עצב האוקולומוטור, הסיבים הפאראסימפתטיים ההיקפיים (המכווצים את האישון) ממוקמים על שכבת הפריפריה של העצב, ולכן הם הראשונים להיפגע מלחץ חיצוני מהאונקוס ההרניארי - מה שגורם תחילה לאובדן רפלקס האור ולבסוף לאישון מורחב וקבוע. שיתוק גפיים, לעומת זאת, נובע לרוב מלחץ על הפדונקל הצרברי או הקפסולה הפנימית, שהוא תהליך נפרד ולעיתים אף קונטרה-לטרלי (Kernohan's notch). תשובות 1, 2 ו-4 אינן נכונות מבחינה אנטומית.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Uncal Herniation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הרניאציה של האונה הטמפורלית המדיאלית (אונקוס) דרך החריץ הטנטוריאלי, הדוחסת ראשית את הסיבים הפאראסימפתטיים ההיקפיים של עצב III.</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כבל חשמל עם חוט הארקה (הפאראסימפתטי) עטוף בשכבה החיצונית ביותר של הכבל, וחוטי הכוח המרכזיים (המוטוריים) עמוק יותר בפנים. אם מישהו לוחץ מבחוץ על הכבל (האונקוס), חוט ההארקה בשכבה החיצונית נפגע ראשון - בדיוק כמו שקורה בעצב III.</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לבדוק אישונים לפני שמחכים לשיתוק גפיים?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פתופיזיולוגיה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תפקידו של תעלת המים AQP-4 (aquaporin-4) בבצקת מוחית ציטוטוקסית, ומדוע מיקומה חשוב?</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AQP-4 גורם לבצקת רק בתאי מיקרוגליה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AQP-4 ממוקם בעיקר בתהליכי הרגל הפריווסקולריים של האסטרוציטים ליד מחסום הדם-מוח, ומשחק תפקיד חיוני הן ביצירה והן בספיגה מחדש של נוזל הבצקת - מחיקתו מפחיתה בצקת ציטוטוקסית אך מפחיתה גם ספיגה חוזרת בבצקת וזוגנית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AQP-4 קיים רק בכלי הדם עצמם ולא בתאי המוח</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AQP-4 אינו קשור כלל לבצקת מוחית</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פתופיזיולוגיה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AQP-4 ממוקם בעיקר בתהליכי הרגל הפריווסקולריים של האסטרוציטים ליד מחסום הדם-מוח, ומשחק תפקיד חיוני הן ביצירה והן בספיגה מחדש של נוזל הבצקת - מחיקתו מפחיתה בצקת ציטוטוקסית אך מפחיתה גם ספיגה חוזרת בבצקת וזוגנית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AQP-4: תעלת מים דו-כיוונית בתהליכי רגל אסטרוציטריים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מחיקתו במודלים ציטוטוקסיים מפחיתה בצקת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91C1C">
              <a:alpha val="12000"/>
            </a:srgbClr>
          </a:solidFill>
          <a:ln w="15875">
            <a:solidFill>
              <a:srgbClr val="B91C1C"/>
            </a:solidFill>
            <a:prstDash val="solid"/>
          </a:ln>
        </p:spPr>
      </p:sp>
      <p:sp>
        <p:nvSpPr>
          <p:cNvPr id="15" name="Shape 13"/>
          <p:cNvSpPr/>
          <p:nvPr/>
        </p:nvSpPr>
        <p:spPr>
          <a:xfrm>
            <a:off x="11292840" y="3913632"/>
            <a:ext cx="256032" cy="256032"/>
          </a:xfrm>
          <a:prstGeom prst="ellipse">
            <a:avLst/>
          </a:prstGeom>
          <a:solidFill>
            <a:srgbClr val="B91C1C"/>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מחיקתו במודלים וזוגניים מפחיתה ספיגה חוזרת (מחמירה)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AQP-4 הוא תעלת מים טרנסממברנלית דו-כיוונית הממוקמת בעיקר בתהליכי הרגל הפריווסקולריים של האסטרוציטים במחסום הדם-מוח. תפקידו הכפול - הן ביצירת בצקת ציטוטוקסית והן בספיגתה מחדש - הופך אותו למטרה מורכבת לטיפול: מחיקתו מקטינה בצקת ציטוטוקסית אך גם מפחיתה ספיגה חוזרת בבצקת וזוגנית, כך שההשפעה הטיפולית תלויה בסוג הבצקת הדומיננטי. תשובות 1, 3 ו-4 שגויות עובדתית.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AQP-4 (Aquaporin-4)</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תעלת מים דו-כיוונית טרנסממברנלית באסטרוציטים, החיונית לוויסות תנועת מים בין המוח לכלי הדם.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כמו דלת מסתובבת (revolving door) בכניסה לבניין - היא מאפשרת גם כניסה וגם יציאה של אנשים (מים). אם סוגרים אותה לגמרי, גם הכניסה נחסמת (פחות בצקת בהתחלה) אבל גם היציאה נחסמת (פחות פינוי נוזל בהמשך).</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ההבנה הזו חשובה בפיתוח תרופות לבצקת מוחית?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אבחון</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איזה ביומרקר מהפרק משקף בעיקר נזק לחומר הלבן/מיאלין, בניגוד לנזק נוירונלי או גליאלי?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S-100 - חלבון אסטרוציטרי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NSE - אנזים נוירונלי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Tau - חלבון אקסונלי-מיקרוטובולרי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MBP (Myelin Basic Protein) - מרכיב מבני של המיאלין עצמו, ולכן עלייתו מעידה ספציפית על פירוק המיאלין בעקבות נזק לחומר הלבן</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אבחון</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MBP (Myelin Basic Protein) - מרכיב מבני של המיאלין עצמו, ולכן עלייתו מעידה ספציפית על פירוק המיאלין בעקבות נזק לחומר הלבן</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S-100: אסטרוציטים / BBB</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NSE: נוירונים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Tau: אקסונים/מיקרוטובולים</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6B7280">
              <a:alpha val="12000"/>
            </a:srgbClr>
          </a:solidFill>
          <a:ln w="15875">
            <a:solidFill>
              <a:srgbClr val="6B7280"/>
            </a:solidFill>
            <a:prstDash val="solid"/>
          </a:ln>
        </p:spPr>
      </p:sp>
      <p:sp>
        <p:nvSpPr>
          <p:cNvPr id="19" name="Shape 17"/>
          <p:cNvSpPr/>
          <p:nvPr/>
        </p:nvSpPr>
        <p:spPr>
          <a:xfrm>
            <a:off x="11292840" y="4782312"/>
            <a:ext cx="256032" cy="256032"/>
          </a:xfrm>
          <a:prstGeom prst="ellipse">
            <a:avLst/>
          </a:prstGeom>
          <a:solidFill>
            <a:srgbClr val="6B7280"/>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MBP: מיאלין - התשובה הנכונה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MBP הוא מרכיב מבני ישיר של נדן המיאלין, ולכן עלייתו בדם או ב-CSF משקפת באופן ספציפי פירוק מיאלין כתוצאה מנזק לחומר הלבן. S-100 (1) משקף בעיקר נזק אסטרוציטרי ולמחסום הדם-מוח, NSE (2) משקף נזק נוירונלי ישיר, ו-Tau (3) משקף בעיקר נזק אקסונלי/מיקרוטובולרי - כל אחד מהם מסמן סוג רקמה שונה.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MBP (Myelin Basic Protein)</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חלבון מבני מרכזי במיאלין; ביומרקר לנזק לחומר הלבן במוח.</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שכל ביומרקר הוא 'תעודת זהות' של סוג רקמה שונה - S-100 היא תעודת הזהות של האסטרוציט, NSE של הנוירון, Tau של האקסון, ו-MBP היא תעודת הזהות הבלעדית של נדן המיאלין עצמו.</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שימושי להשתמש בכמה ביומרקרים יחד ולא רק באחד?</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מנגנוני פגיעה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ההבדל בין קונטוזיית Coup לקונטוזיית Contrecoup, ומה הקשר ל'קונטוזיית גלישה' (gliding contusion)?</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Coup מתרחשת מתחת לאתר הפגיעה עצמה (כוחות דחיסה מקומיים), Contrecoup מתרחשת בצד הנגדי לאתר הפגיעה; קונטוזיית גלישה שונה משתיהן - היא פרזגיטלית, נובעת מתנועה רוסטרוקאודלית של המוח, ולרוב קשורה ל-DAI ולא לאתר פגיעה ישיר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הבדל בין Coup ל-Contrecoup - שני מונחים לאותו דבר</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Coup תמיד חמורה יותר מ-Contrecoup בכל המקרים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קונטוזיית גלישה מתרחשת רק במוחון</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מנגנוני פגיעה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Coup מתרחשת מתחת לאתר הפגיעה עצמה (כוחות דחיסה מקומיים), Contrecoup מתרחשת בצד הנגדי לאתר הפגיעה; קונטוזיית גלישה שונה משתיהן - היא פרזגיטלית, נובעת מתנועה רוסטרוקאודלית של המוח, ולרוב קשורה ל-DAI ולא לאתר פגיעה ישיר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Coup: מתחת לאתר הפגיעה - כוחות דחיסה מקומיים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Contrecoup: בצד הנגדי לאתר הפגיעה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Gliding: פרזגיטלית, קשורה לתנועה רוסטרוקאודלית ול-DAI</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קונטוזיית Coup נגרמת מכוחות דחיסה מתחת לאזור כיפוף פנימה של הגולגולת באתר הפגיעה עצמה. Contrecoup מתרחשת בצד הנגדי לחלוטין, בשל תנועת המוח בתוך הגולגולת. קונטוזיית גלישה (gliding) שונה במהותה - היא ממוקמת באזורים פרזגיטליים ונובעת מתנועה רוסטרוקאודלית של המוח בעקבות כוחות תאוצה, ולרוב מלווה ב-DAI ולא קשורה ישירות למיקום אתר הפגיעה החיצוני. תשובות 2, 3 ו-4 שגויות עובדתית לפי הפרק.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Coup / Contrecoup / Gliding Contusion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שלושה דפוסים אנטומיים שונים של קונטוזיה, הנבדלים במיקום ובמנגנון הביו-מכני היוצר אותם.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כדור פינג פונג בתוך קופסה שמקבלת מכה. במקום המכה עצמו נוצרת שקערורית (Coup); בצד הנגדי הכדור מתנגש בדופן הרחוקה (Contrecoup); ואם הקופסה כולה מוטלטלת קדימה-אחורה בחוזקה (תאוצה), הכדור 'גולש' לאורך הדפנות הפנימיות בלי לפגוע בנקודה ספציפית - זו קונטוזיית הגלישה.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להבדיל בין שלושת סוגי הקונטוזיה בפענוח CT?</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secondary axotomy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axoplasmic transport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axonal retraction bulb</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APP</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immunohistochemistry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EDH</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SDH</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dura mater</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cranial sutures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lucid interval</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spatial compensation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uncal herniation</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2026-09-05T21:26:08Z</dcterms:created>
  <dcterms:modified xsi:type="dcterms:W3CDTF">2026-09-05T21:26:08Z</dcterms:modified>
</cp:coreProperties>
</file>