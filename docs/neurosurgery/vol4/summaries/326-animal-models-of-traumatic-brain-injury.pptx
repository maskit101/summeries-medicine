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326: מודלים של פגיעת ראש טראומטית בבעלי חיים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Models of Traumatic Brain Injury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העיקרון הביומכני שמייחד את מודל ה-CCI ממודל הפרקוסיה הנוזלית (FP)?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משתמש בבוכנה מכנית עם פרמטרים הנדסיים מדידים (כוח, מהירות, עומק); FP מזריק זרם נוזל שקשה לכמת במדויק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אינו דורש קרניאקטומיה כלל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מדויק יותר מ-CCI בכל הפרמטרים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 משמעותי בין שני המודלים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CCI משתמש בבוכנה מכנית עם פרמטרים הנדסיים מדידים (כוח, מהירות, עומק); FP מזריק זרם נוזל שקשה לכמת במדויק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בוכנה פנאומטית/אלקטרומגנטית עם עומק, מהירות וזמן שהייה מבוקרים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מאפשר יחס כמותי בין הפרמטר ההנדסי לחומרת הנזק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ה-CCI מאפשר בקרה כמותית מדויקת על הדפורמציה, בעוד ש-FP מזריק זרם נוזל שקשה לכמת באותה רמת דיוק - שני המודלים דורשים קרניאקטומיה.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CCI — Controlled Cortical Impact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פגיעה ניסיוני בו בוכנה פנאומטית/אלקטרומגנטית פוגעת ישירות בדורה החשופה בעומק, מהירות וזמן שהייה מבוקרים.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פטיש מכני מדויק שמכוונים בדיוק כמה חזק, כמה עמוק וכמה זמן הוא נשאר על המשטח - לעומת זרם מים שקשה לשלוט בעוצמתו המדויקת.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יכולת הכימות המדויקת של CCI חשובה במיוחד למחקר תרופתי?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ההבדל הפתולוגי המרכזי בין FP לטרלית למדיאלית בחולדה?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לטרלית מייצרת חבורות קורטיקליות ומוות תאי היפוקמפלי; FP מדיאלית מייצרת פגיעה קונקוסיבית מפושטת יותר ללא מוות תאי היפוקמפלי בולט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הבדל, שתיהן זהות לחלוטין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FP מדיאלית גורמת לדימום תוך-פרנכימלי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לטרלית משמשת רק בחזירים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FP לטרלית מייצרת חבורות קורטיקליות ומוות תאי היפוקמפלי; FP מדיאלית מייצרת פגיעה קונקוסיבית מפושטת יותר ללא מוות תאי היפוקמפלי בולט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לטרלית: מעל הקורטקס הפריאטלי - חבורה + מוות תאי היפוקמפלי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מדיאלית: קו אמצע סגיטלי - פגיעה מפושטת, קרובה לקונקוסיה/ספורט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מיקום מסמר הפגיעה קובע את התפלגות הנזק: לטרלית ממוקדת מעל הפריאטל וגורמת לחבורה ומוות תאי היפוקמפלי; מדיאלית לאורך קו האמצע וגורמת לחסרים קוגניטיביים מפושטים בלי מוות תאי היפוקמפלי בולט.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Lateral vs Midline FP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שתי גרסאות של מודל הפרקוסיה הנוזלית הנבדלות במיקום מסמר הפגיעה על הגולגולת ובתמונה הפתולוגית שהן מייצרות.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שתי דרכים להטיל אבן לתוך בריכה: זריקה בצד אחד יוצרת גל ממוקד וחזק באזור אחד (לטרלית); זריקה בדיוק במרכז יוצרת אדוות שוות שמתפשטות לכל הכיוונים (מדיאלית).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חוקר שבודק זעזוע מוח בספורט יעדיף דווקא FP מדיאלית?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ייחודי לפתולוגיה שמייצר מודל ההאצה-האטה של Marmarou בהשוואה ל-CCI?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מפושטת (DAI) ללא חבורות בולטות או אובדן משמעותי של תאים היפוקמפליים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חבורה קורטיקלית מסיבית בדיוק כמו CCI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מוגבלת רק לגזע המוח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דורש קרניאקטומיה נרחבת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פגיעה מפושטת (DAI) ללא חבורות בולטות או אובדן משמעותי של תאים היפוקמפליים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משקל נופל על 'קסדה' מלוכדת לגולגולת השלמה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הראש מואץ לתוך כרית קצף - האטה איטית יחסית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בניגוד ל-CCI (חבורה מוקדית, ללא קרניאקטומיה במקרה של Marmarou), מודל Marmarou מייצר פגיעה אקסונלית מפושטת ועליות ICP ללא אובדן תאים היפוקמפלי בולט או חבורות - זו הסיבה שהוא משמש לחקר DAI טהור יחסית.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Marmarou Impact-Acceleration Model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פגיעת ראש סגורה בו משקל נופל על 'קסדה' מלוכדת לגולגולת השלמה, והראש מואץ לתוך כרית קצף - ללא קרניאקטומיה.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קסדת אופניים על ראש קבוע שמקבלת מכה מלמעלה, והראש כולו מוטל אחורה לתוך כרית רכה - שום דבר לא נחתך, אבל הכל מיטלטל בפנים.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מודל שאין בו קרניאקטומיה שימושי דווקא לחקר DAI טהור?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שריון גוף מודרני 'העביר' את מוקד הפגיעה מפיצוץ לגפיים ולראש בחיילים ששרדו?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השריון מגן ביעילות על הריאות והבטן (רגישות לברוטראומה), ולכן האזורים החשופים הופכים למוקד הפגיעה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השריון מגביר את עוצמת גל ההלם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הראש תמיד היה מוקד הפגיעה ההיסטורי, ללא קשר לשריון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שריון גוף גורם ישירות לדימום תוך-גולגולתי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ניסיוניים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השריון מגן ביעילות על הריאות והבטן (רגישות לברוטראומה), ולכן האזורים החשופים הופכים למוקד הפגיעה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ריאות ובטן פגיעות במיוחד לברוטראומה מגלי לחץ-יתר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שריון מגן עליהן → הראש והגפיים החשופים נפגעים יותר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ממצא קליני-אפידמיולוגי חשוב ממלחמות עכשוויות: שיפור ההגנה על בית החזה והבטן לא ביטל את הפגיעה, אלא הזיז אותה לאזורים הבלתי מוגנים - וזו הסיבה המרכזית לעלייה בחשיבות מחקר TBI מפיצוץ.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Body Armor Injury Shift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תופעה קלינית-אפידמיולוגית בה שיפור ההגנה על בית החזה והבטן העביר את מוקד הפגיעה מפיצוץ לראש ולגפיים החשופים.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חייל עם שריון שמכסה רק את הגוף המרכזי - כשגל ההלם מגיע, האזורים המכוסים מוגנים, אבל הראש והידיים הבלתי מכוסים סופגים את מלוא הכוח.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המשמעות המחקרית של תופעה זו לתקצוב מחקרי TBI מפיצוץ?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משולבים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מודלים המשלבים TBI והלם המורגי נבנים לרוב במבנה תלת-פאזי (עלבון / טרום-אשפוזי / אשפוזי)?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כדי לחקות תרחיש קליני ריאלי של פינוי וטיפול בשדה ולאחר מכן בבית החולים, ולהעריך אסטרטגיות החייאה שונות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זהו הדרך היחידה לגרום להלם המורגי בבעלי חיים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כדי לקצר את משך הניסוי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המבנה התלת-פאזי נדרש רק במודלים של חולדות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משולבים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כדי לחקות תרחיש קליני ריאלי של פינוי וטיפול בשדה ולאחר מכן בבית החולים, ולהעריך אסטרטגיות החייאה שונות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פאזת עלבון → טרום-אשפוזי (שדה) → אשפוזי (הגדרתי)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מאפשר הערכת נוזלי החייאה שונים (קריסטלואידים, המוגלובין וכו')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המבנה התלת-פאזי משקף את מסלול הטיפול האמיתי בנפגע פוליטראומה - החל מרגע הפגיעה, דרך התערבות שדה ראשונית ועד לטיפול מוגדר, ומאפשר לחקור השפעת אסטרטגיות החייאה שונות על תוצאים נוירולוגיים.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Three-Phase Combined Injury Protocol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ניסויי הכולל פאזת עלבון, פאזה טרום-אשפוזית ופאזה אשפוזית, המדמה תרחיש קליני ריאלי של TBI ועלבון משני.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תרגיל חילוץ מלא: פגיעה בשטח, פינוי ראשוני עם עזרה בסיסית, ולבסוף טיפול מוגדר בבית החולים - כל שלב נבדק בנפרד במעבדה.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לבדוק אסטרטגיות החייאה שונות בתוך המבנה התלת-פאזי הזה?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גורמים מבלבלים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חובה לכלול קבוצת ביקורת 'sham' תחת אותה הרדמה בדיוק במחקרי CCI?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רוב חומרי ההרדמה (בעיקר איזופלוראן) נוירו-פרוטקטיביים כשניתנים סמוך לזמן הפגיעה, ולכן ההרדמה עצמה עלולה לבלבל את תוצאות הטיפול הנחקר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הרדמה אינה משפיעה כלל על תוצאות TBI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כדי לעמוד בדרישות אתיות פורמליות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חולדות רגישות פחות להרדמה מעכברים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גורמים מבלבלים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כי רוב חומרי ההרדמה (בעיקר איזופלוראן) נוירו-פרוטקטיביים כשניתנים סמוך לזמן הפגיעה, ולכן ההרדמה עצמה עלולה לבלבל את תוצאות הטיפול הנחקר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איזופלוראן = הנוירו-פרוטקטיבי ביותר בין ההרדמות הנפוצות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 sham מוסווה - אי אפשר להפריד אפקט תרופה מאפקט הרדמה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מחקרים השוו איזופלוראן לפנטניל ולפנטוברביטל ומצאו הגנה עדיפה עם איזופלוראן - כך שכל מחקר טיפול חדש חייב קבוצת ביקורת עם אותה הרדמה בדיוק כדי לבודד את האפקט האמיתי של הטיפול הנחקר.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Anesthesia as Confounder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תופעה בה חומרי ההרדמה עצמם (בעיקר איזופלוראן) משפיעים על תוצאות מחקר TBI, ולכן מחייבים ביקורת sham תחת אותה הרדמה.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שבודקים תרופה חדשה נגד כאב, אבל שוכחים שגם המשככן שנתנו לפני הבדיקה עצמו מפחית כאב - אי אפשר לדעת מה עבד.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ההשלכה המעשית של ממצא זה על עיצוב כל ניסוי CCI עתידי?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גורמים מבלבלים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חשוב להכיר את הבדלי הביצועים ההתנהגותיים בין זני עכברים לפני פרשנות תוצאות מחקר CCI?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זנים כמו FVB/N ו-129/SvEMS מציגים ביצועים בסיסיים גרועים יותר במבחן מבוך המים גם ללא פגיעה, וזה קריטי כי C57BL/6 (הזן התקין יחסית) הוא הרקע הנפוץ למוטציות המחקריות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כל זני העכברים מגיבים בדיוק אותו הדבר לפגיעת CCI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זני עכברים אינם רלוונטיים כלל למחקרי TBI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זן C57BL/6 מסוגל לעבור קרניאקטומיה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גורמים מבלבלים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כי זנים כמו FVB/N ו-129/SvEMS מציגים ביצועים בסיסיים גרועים יותר במבחן מבוך המים גם ללא פגיעה, וזה קריטי כי C57BL/6 (הזן התקין יחסית) הוא הרקע הנפוץ למוטציות המחקריות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FVB/N, 129/SvEMS: ביצועי בסיס גרועים יותר במבוך המים, גם ללא פגיעה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C57BL/6: הרקע הסטנדרטי לרוב זני ה-knockout/transgenic במחקר TBI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לא לוקחים בחשבון את הביצועים הבסיסיים השונים בין הזנים, אפשר לפרש בטעות הבדל בביצועי בסיס כאפקט של הפגיעה או הטיפול הנחקר - במיוחד חשוב כי C57BL/6 משמש רקע לרוב המוטציות הרלוונטיות.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Mouse Strain Baseline Differences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הבדלים בביצועים ההתנהגותיים הבסיסיים (ללא פגיעה) בין זני עכברים שונים, המשפיעים על פרשנות תוצאות מחקר TBI.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שתי כיתות תלמידים עם רמת בסיס שונה במתמטיקה עוד לפני שהתחיל הקורס - אם לא יודעים את רמת הבסיס, אי אפשר לדעת אם השיפור נובע מהקורס או מרמת ההתחלה.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דווקא הידע על זן C57BL/6 קריטי לרוב מחקרי הגנטיקה ב-TBI?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גורמים קליניים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מדגים מודל ה-CCI בעכברי PARP knockout, וכיצד זה שונה מעכברי אדנוזין A1 receptor knockout?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עכברי PARP knockout מציגים נוירו-פרוטקציה לאחר CCI, בעוד שבעכברי אדנוזין A1 receptor knockout מתפתחים פרכוסים וסטטוס אפילפטיקוס קטלני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סוגי העכברים מציגים בדיוק את אותה תוצאה - נוירו-פרוטקציה מלאה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סוגי העכברים מתים מיד לאחר קרניאקטומיה, ללא קשר לפגיעה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השפעה גנטית כלל על תוצאות CCI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גורמים קליניים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עכברי PARP knockout מציגים נוירו-פרוטקציה לאחר CCI, בעוד שבעכברי אדנוזין A1 receptor knockout מתפתחים פרכוסים וסטטוס אפילפטיקוס קטלני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PARP knockout: נוירו-פרוטקציה לאחר CCI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אדנוזין A1 receptor knockout: פרכוסים + סטטוס אפילפטיקוס קטלני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 דוגמה מובהקת לכך שאותו מודל בסיסי (CCI) יכול לחשוף אפקטים גנטיים מנוגדים לחלוטין בהתאם לגן הנחקר - חלקם מגנים (PARP) וחלקם מזיקים עד כדי קטלניות (אדנוזין A1) - מה שממחיש את החשיבות של בחירת המודל הגנטי הנכון לשאלת המחקר.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PARP vs Adenosine A1 Receptor Knockout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שתי דוגמאות נגדיות להשפעת פולימורפיזם גנטי על תוצאות CCI - האחת מגנה (PARP) והשנייה מזיקה עד קטלנית (אדנוזין A1).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שני מתגי חשמל שונים באותו מכשיר: מתג אחד (PARP) כשמנתקים אותו, המכשיר עובד יותר בטוח; מתג שני (אדנוזין A1) כשמנתקים אותו, המכשיר משתולל ונשרף.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המסקנה המתודולוגית מכך ששני ה-knockouts הללו נותנים תוצאות הפוכות לגמרי?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פרמטרים הנדסיים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לטרלית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מדיאלית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קונקוסיה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Marmarou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Impact-acceleration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armor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TBI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2026-09-06T17:24:28Z</dcterms:created>
  <dcterms:modified xsi:type="dcterms:W3CDTF">2026-09-06T17:24:28Z</dcterms:modified>
</cp:coreProperties>
</file>