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323: אפידמיולוגיה של פגיעת מוח טראומטית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of Traumatic Brain Injury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אפידמיולוגיות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ההבדל בין 'שכיחות' (incidence) ל'שכיחות מצטברת' (prevalence) של פגיעת מוח טראומטית (TBI), לפי הפרק?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המונחים זהים לגמרי ומתארים את אותו נתון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שכיחות היא מדד לסיכון לפתח TBI חדש בפרק זמן מוגדר (בדרך כלל כמספר מקרים חדשים ל-100,000 בשנה); שכיחות מצטברת היא הנפח הכולל של TBI - מקרים ישנים וחדשים יחד - הכולל את כל מי שחי עם השלכות הפגיעה בנקודת זמן נתונה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שכיחות מתייחסת רק לתמותה, ושכיחות מצטברת מתייחסת רק להחלמה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שכיחות נמדדת רק בילדים, ושכיחות מצטברת רק במבוגרים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אפידמיולוגיות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שכיחות היא מדד לסיכון לפתח TBI חדש בפרק זמן מוגדר (בדרך כלל כמספר מקרים חדשים ל-100,000 בשנה); שכיחות מצטברת היא הנפח הכולל של TBI - מקרים ישנים וחדשים יחד - הכולל את כל מי שחי עם השלכות הפגיעה בנקודת זמן נתונה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שכיחות (incidence): מקרים חדשים בפרק זמן, ליחידת אוכלוסייה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שכיחות מצטברת (prevalence): כלל הנפגעים החיים עם ההשלכות, ישן+חדש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קשה לאמוד כי מעט מאוד מחקרי אורך קיימים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שכיחות מודדת סיכון להיפגע בפרק זמן נתון, ואילו שכיחות מצטברת מודדת את כלל האנשים החיים כרגע עם ההשלכות של TBI - ישנות וחדשות גם יחד. תשובות 1, 3 ו-4 שגויות עובדתית ואינן משקפות את ההגדרות בפרק.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Incidence vs Prevalence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מדדי תדירות אפידמיולוגיים בסיסיים: האחד מודד קצב הופעת מקרים חדשים, השני מודד את כלל הנטל הקיים באוכלוסייה.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שכיחות היא כמו מספר האנשים שנרשמים לחדר כושר החודש; שכיחות מצטברת היא כלל מספר החברים הפעילים במועדון כרגע - כולל אלה שנרשמו לפני שנים.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קשה במיוחד לאמוד את ה-prevalence של TBI?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חומרה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לאחר חבלת ראש מגיע עם GCS כולל של 8 (עיניים 2, מילולי 2, מוטורי 4). כיצד מסווגים את חומרת הפגיעה, וכיצד חושב הציון?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קלה - כי סכום הרכיבים נמוך מ-10 בלבד ולא רלוונטי לחומרה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ניתן לסווג חומרה בלי בדיקת הדמיה קודם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בינונית, כי GCS 8 נמצא בטווח 9-13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קשה (Severe), כי GCS 3-8 מוגדר בפרק כטווח החומרה הקשה; הציון מחושב כסכום שלושת הרכיבים: פקיחת עיניים (2) + תגובה מילולית (2) + תגובה מוטורית (4) = 8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חומרה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פגיעה קשה (Severe), כי GCS 3-8 מוגדר בפרק כטווח החומרה הקשה; הציון מחושב כסכום שלושת הרכיבים: פקיחת עיניים (2) + תגובה מילולית (2) + תגובה מוטורית (4) = 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= סכום עיניים+מילולי+מוטורי, טווח 3-15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חלוקת חומרה: קלה 14-15, בינונית 9-13, קשה 3-8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ציון 8 בדיוק בגבול העליון של הטווח הקשה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GCS מחושב כסכום שלושת הרכיבים (2+2+4=8), וסיווג החומרה בפרק הוא: קלה 14-15, בינונית 9-13, קשה 3-8 - כלומר ציון 8 נמצא בטווח הקשה. תשובה 1 שגויה חישובית וקונספטואלית. תשובה 2 שגויה - GCS אינו דורש הדמיה לחישוב. תשובה 3 שגויה - 8 נמצא מתחת לטווח הבינוני (שמתחיל ב-9).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GCS - Glasgow Coma Scale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סיווג קליני המסכם שלושה מרכיבים (עיניים, מילולי, מוטורי) לציון 3-15, המשמש לסיווג חומרת TBI בכל הספרות האפידמיולוגית.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מתודולוגיה אפידמיולוגית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 בסין מדווח על שכיחות TBI של 55-64 ל-100,000, בעוד מחקר בשוודיה מדווח על 354-546 ל-100,000. מהו ההסבר המרכזי שהפרק מציע לפער העצום הזה?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הפער נובע בעיקר מהבדלים בהגדרת TBI ובקריטריוני ההכללה (למשל האם נכללים רק מקרים נוירוכירורגיים, או גם ביקורי מיון ומקרי מוות טרום-אשפוזיים), ולא בהכרח מהבדל אמיתי וגדול כל כך בסיכון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בסין אין בכלל תאונות דרכים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הגנטיקה של אוכלוסיית סין מגנה לחלוטין מפני TBI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הנתונים משוודיה כוללים רק מקרי מוות ואילו מסין כוללים רק החלמות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מתודולוגיה אפידמיולוגית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הפער נובע בעיקר מהבדלים בהגדרת TBI ובקריטריוני ההכללה (למשל האם נכללים רק מקרים נוירוכירורגיים, או גם ביקורי מיון ומקרי מוות טרום-אשפוזיים), ולא בהכרח מהבדל אמיתי וגדול כל כך בסיכון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הגדרת TBI ואי-אחידות קריטריוני הכללה משפיעות דרמטית על השכיחות המדווחת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מחקרים שכוללים ביקורי מיון ומקרי מוות מדווחים על שכיחות גבוהה בהרבה ממחקרים שכוללים רק מאושפזים נוירוכירורגית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תת-דיווח (במיוחד בפגיעות קלות) מוסיף הטיה נוספת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הפרק מדגיש במפורש שהשונות העצומה בשכיחות המדווחת בין מדינות ומחקרים נובעת בעיקר מהבדלים מתודולוגיים - הגדרות שונות, קריטריוני הכללה שונים (רק נוירוכירורגי מול כל פנייה למיון), ותת-דיווח - ולא מהבדל ביולוגי אמיתי בסדר גודל כזה. תשובות 2, 3 ו-4 אינן נתמכות ואינן סבירות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הטיית קריטריוני הכללה (ascertainment bias)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הטיה מתודולוגית הנוצרת כאשר מחקרים שונים כוללים אוכלוסיות שונות של מקרים (למשל רק אשפוזים מול כל פנייה רפואית), מה שמקשה על השוואה ישירה בין שיעורים מדווחים.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להשוות בין 'כמה אנשים נפגעו בכביש' כשבעיר אחת סופרים רק מי שאושפז בטיפול נמרץ, ובעיר שנייה סופרים כל מי שקיבל פלסטר במרפאה - התוצאה תיראה כאילו יש פער עצום בסיכון, אך בפועל זו רק שיטת ספירה שונה.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לזכור את הנקודה הזו כשקוראים טבלאות שכיחות בין-לאומיות?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דמוגרפיה וגורמי סיכון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מחקרי קבוצת IMPACT מצאו שיחס הגברים:נשים הקלאסי של 3:1 בשכיחות TBI אינו אחיד על פני כל טווח הגילאים. מה מצאו המחקרים לגבי ילדים וקשישים מעל גיל 65-70?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ביחס גברים:נשים גבוה עוד יותר בילדים ובקשישים, עד 10:1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 כלל אינו מתרחש בילדים ובקשישים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בילדים ובקשישים מעל 65-70 אין הבדל מגדרי ברור בשכיחות TBI - העודף הגברי הבולט מוגבל בעיקר לטווח הגילאים 20-60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ביחס גברים:נשים הפוך - נשים נפגעות פי 3 מגברים בקבוצות גיל אלה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דמוגרפיה וגורמי סיכון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בילדים ובקשישים מעל 65-70 אין הבדל מגדרי ברור בשכיחות TBI - העודף הגברי הבולט מוגבל בעיקר לטווח הגילאים 20-60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עודף גברי בולט (כ-3:1) מרוכז בעיקר בגילי 20-60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בילדים: אין הבדל מגדרי ברור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בקשישים 65-70+: אין הבדל מגדרי ברור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מחקרי IMPACT הראו שהעודף הגברי הקלאסי מוגבל לגילי הביניים (20-60), ומצטמצם עד היעדר הבדל בילדים ובקשישים מעל 65-70. תשובות 1, 2 ו-4 אינן נתמכות ואף סותרות את הפרק במפורש.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IMPACT study group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Mission for Prognosis And Clinical Trial - קבוצת מחקר בין-לאומית שניתחה נתוני מטופלים בודדים ממחקרי TBI בינוני-קשה כדי לזהות דפוסים דמוגרפיים ופרוגנוסטיים.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לדעת שהעודף הגברי אינו אחיד על פני הגילאים?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פגיעה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TBI קשה סובל גם משבר בפיקת הברך (פגיעה חוץ-גולגולתית). מדוע נוכחות פגיעה חוץ-גולגולתית נלווית מעלה משמעותית את הסיכון לנזק מוחי נוסף, מעבר לכאב עצמו?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שברים באיברים אחרים גורמים ישירות לפגיעה ראשונית נוספת במוח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פגיעות חוץ-גולגולתיות מעלות את הסיכון להיפוקסיה, היפוטנסיה, חום (פירקסיה) והפרעות קרישה - כל אלה גורמים המחריפים ישירות את שרשרת הפגיעה המשנית במוח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כל קשר בין פגיעות חוץ-גולגולתיות לנזק מוחי, לפי הפרק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הכאב מהשבר גורם ישירות לעלייה בלחץ תוך-גולגולתי ללא כל מנגנון ביניים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פגיעה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כי פגיעות חוץ-גולגולתיות מעלות את הסיכון להיפוקסיה, היפוטנסיה, חום (פירקסיה) והפרעות קרישה - כל אלה גורמים המחריפים ישירות את שרשרת הפגיעה המשנית במוח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חוץ-גולגולתית מופיעה בכ-35% ממטופלי TBI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מעלה סיכון להיפוקסיה, היפוטנסיה, חום, קרישיות לא תקינה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אלה מזינים ישירות את שרשרת הפגיעה המשנית במוח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כפי שמתואר בפרק, פגיעות חוץ-גולגולתיות (כ-35% ממטופלי TBI) מעלות את הסיכון לגורמים סיסטמיים - היפוקסיה, היפוטנסיה, חום והפרעות קרישה - שכל אחד מהם מחריף ישירות את שרשרת הפגיעה המשנית (בצקת, איסכמיה) במוח שכבר נפגע. תשובות 1, 3 ו-4 אינן נתמכות עובדתית - אין מנגנון ישיר כזה, ויש קשר מתועד בפרק.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פגיעה משנית ותלות בגורמים סיסטמיים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בפתופיזיולוגיה של TBI המתפתח על פני שעות-ימים, ומושפע ישירות ממצב סיסטמי כללי כמו חמצון ולחץ דם - ולא רק מהפגיעה המוחית המקומית.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משנה קלינית בטיפול הראשוני?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גורמי פגיעה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לפי הפרק (בהתבסס על נתוני Hyder ועמיתיו), מהי החלוקה הגסה המקובלת של הגורמים לפגיעת מוח טראומטית באוכלוסייה כללית?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כ-60% תאונות דרכים, 20-30% נפילות, כ-10% אלימות בין-אישית, וכ-10% פגיעות עבודה/ספורט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נפילות ו-10% הכל השאר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ירי, 50% תאונות דרכים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הפגיעות נובעות מספורט תחרותי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גורמי פגיעה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כ-60% תאונות דרכים, 20-30% נפילות, כ-10% אלימות בין-אישית, וכ-10% פגיעות עבודה/ספורט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תאונות דרכים: כ-60% - הגורם המוביל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נפילות: 20-30% - במגמת עלייה, בעיקר בקשישים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אלימות בין-אישית ועבודה/ספורט: כ-10% כל אחד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זו החלוקה המדווחת בפרק על בסיס נתוני Hyder ועמיתיו, ותואמת גם את טווחי הדיווח ממחקר IMPACT (תאונות דרכים 53%-80%, נפילות 12%-30%). תשובות 2, 3 ו-4 אינן תואמות את הנתונים בפרק כלל.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התפלגות גורמי TBI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החלוקה הגסה בין תאונות דרכים, נפילות, אלימות ופגיעות עבודה/ספורט כגורמי TBI, המשמשת לתכנון מדיניות מניעה ממוקדת.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זה כמו 'כלל 60-20-10-10' - שישים אחוז מהדרך, עשרים-שלושים אחוז מהרצפה (נפילה), ועשרה אחוז מכל אחד מהאלימות והספורט/עבודה.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לדעת את ההתפלגות הזו?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מגמות והזדקנות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בין 1984 ל-2004, אחוז מטופלי TBI קשה מעל גיל 50 עלה בעקביות (מ-15% ל-45% במחקרים שהובאו בטבלה 323-4). מהם שני הגורמים המרכזיים שהפרק מציע להסביר זאת?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שיפור בשיטות האבחון של גיל המטופלים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עלייה כללית בתוחלת החיים, ללא כל קשר לסוג הפגיעה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ירידה בכמות תאונות הדרכים בקרב קשישים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בשכיחות TBI מתאונות דרכים (בעיקר בצעירים) הודות לחוקי בטיחות, בשילוב עלייה מוחלטת ויחסית בנפילות (הפוגעות בעיקר בקשישים) עם הזדקנות האוכלוסייה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מגמות והזדקנות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ירידה בשכיחות TBI מתאונות דרכים (בעיקר בצעירים) הודות לחוקי בטיחות, בשילוב עלייה מוחלטת ויחסית בנפילות (הפוגעות בעיקר בקשישים) עם הזדקנות האוכלוסייה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חוקי בטיחות בדרכים הפחיתו TBI מתאונות דרכים, בעיקר אצל צעירים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נפילות עולות בהיארעות מוחלטת עם הזדקנות האוכלוסייה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השילוב מזיז את פרופיל הגיל של TBI קשה כלפי מעלה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הפרק מסביר את מגמת ההזדקנות כתוצאה משילוב של הצלחת מניעה בתאונות דרכים (שפוגעות בעיקר בצעירים) עם עלייה בשכיחות נפילות (שפוגעות בעיקר בקשישים), המחמירה עם הזדקנות האוכלוסייה הכללית. תשובות 1, 2 ו-3 מציגות רק חלק מהתמונה או גורמים לא נתמכים.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מגמת הזדקנות אוכלוסיית ה-TBI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שינוי דמוגרפי מתועד לאורך זמן בפרופיל הגיל של מטופלי TBI קשה, הנובע משילוב מגמות מנוגדות בגורמי הפגיעה השונים.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המשמעות הטיפולית של מגמה זו?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מבני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המגבלה המרכזית של סיווג Marshall CT, לפי הפרק, וכיצד ניתן להתגבר עליה לצורך פרוגנוזה מדויקת יותר?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לו כל מגבלה - הוא מושלם לכל צורך קליני ופרוגנוסטי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מתמקד רק בגיל המטופל ומתעלם לחלוטין מממצאי ההדמיה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הבחנה גסה מדי בין פגיעה מפושטת לנגע תופס-מקום וחוסר בפירוט - ניתן להתגבר על כך על ידי שילוב מאפייני CT בודדים למודל פרוגנוסטי מפורט יותר (כפי שהוצע על ידי Maas ועמיתיו) או שימוש במודלים פרוגנוסטיים מבוססי-נתונים גדולים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תקף רק למטופלים מתחת לגיל 18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מבני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הבחנה גסה מדי בין פגיעה מפושטת לנגע תופס-מקום וחוסר בפירוט - ניתן להתגבר על כך על ידי שילוב מאפייני CT בודדים למודל פרוגנוסטי מפורט יותר (כפי שהוצע על ידי Maas ועמיתיו) או שימוש במודלים פרוגנוסטיים מבוססי-נתונים גדולים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מגבלה: הבחנה גסה בין diffuse injury למאס לזיין, וחוסר פירוט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פתרון: שילוב מאפייני CT בודדים למודל פרוגנוסטי (Maas et al.)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חלופה: מודלים פרוגנוסטיים גדולים ומאומתים (כמו IMPACT, CRASH)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הפרק מציין במפורש שסיווג Marshall מוגבל בגלל הבחנה גסה מדי וחוסר פירוט, ושפתרון אפשרי הוא שילוב מאפייני CT ספציפיים למודל ניקוד פרוגנוסטי (Maas ועמיתיו) או שימוש במודלים מבוססי-נתונים גדולים שפותחו לאחרונה. תשובות 1, 2 ו-4 אינן נתמכות ומנוגדות למידע בפרק.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Marshall CT classification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סיווג תיאורית שהוצעה ב-1991, המתמקדת בנוכחות/היעדר נגע תופס-מקום ובסימני עלייה בלחץ תוך-גולגולתי (דחיסת ציסטרנות, היסט קו אמצע) בהדמיית CT.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בכלל צריך מודל פרוגנוסטי מפורט יותר מסיווג Marshall הבסיסי?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שכיחות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שכיחות מצטברת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קשה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חומרה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הטיית קריטריוני הכללה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השוואה בין-לאומית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עודף גברי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דמוגרפיה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חוץ-גולגולתית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2026-08-30T16:12:27Z</dcterms:created>
  <dcterms:modified xsi:type="dcterms:W3CDTF">2026-08-30T16:12:27Z</dcterms:modified>
</cp:coreProperties>
</file>