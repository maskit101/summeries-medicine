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322: מבוא לפגיעת מוח טראומטית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Traumatic Brain Injury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פתופיזיולוגיה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ההבדל המהותי בין פגיעה ראשונית לפגיעה משנית בטראומת מוח, ומה נובע מכך טיפולית?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שתיהן זהות וניתנות לתיקון באותה מידה על ידי ניתוח דחוף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משנית מתרחשת רק ברגע הפגיעה עצמה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ראשונית מתרחשת ברגע הפגיעה ואינה ניתנת לתיקון - רק למניעה מראש; פגיעה משנית מתפתחת לאורך שעות-ימים ולכן זהו המוקד המרכזי של הטיפול הרפואי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שום קשר בין שני סוגי הפגיעה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פתופיזיולוגיה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פגיעה ראשונית מתרחשת ברגע הפגיעה ואינה ניתנת לתיקון - רק למניעה מראש; פגיעה משנית מתפתחת לאורך שעות-ימים ולכן זהו המוקד המרכזי של הטיפול הרפואי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91C1C">
              <a:alpha val="12000"/>
            </a:srgbClr>
          </a:solidFill>
          <a:ln w="15875">
            <a:solidFill>
              <a:srgbClr val="B91C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ראשונית: נזק מכני ישיר ברגע הפגיעה - כבר קרה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משנית: שרשרת ביוכימית (איסכמיה, בצקת, אקסיטוטוקסיות) לאורך שעות-ימים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הטיפול הרפואי כולו ממוקד במניעת הפגיעה המשנית, לא בתיקון הראשונית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זהו העיקרון המרכזי - פגיעה ראשונית לא ניתנת לתיקון רטרואקטיבי, ולכן מניעתה מראש (חגורות, קסדות) היא הדרך היחידה להתמודד איתה. פגיעה משנית מתפתחת בהדרגה ולכן ניתנת להשפעה - וזה בדיוק מה שכל הטיפול בטראומה נועד למנוע. תשובות 1, 2 ו-4 שגויות 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פגיעה ראשונית ומשנית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שלבים נבדלים בפתופיזיולוגיה של פגיעת מוח טראומטית, הנבדלים בזמינותם להתערבות טיפולית.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הבדל בין שבירת עצם (כבר קרה, אי אפשר לבטל) לבין הדלקת שמתפתחת סביבה בימים שאחרי (אפשר לטפל בה ולמנוע החמרה).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להבדיל בין שני סוגי הפגיעה בהחלטות טיפוליות בזמן אמת?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מגיע לאחר חבלת ראש כשהוא פוקח עיניים באופן ספונטני, מדבר בבלבול, ומציית לפקודות. מהו ה-GCS שלו וכיצד הוא מסווג?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10, פגיעה קשה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14 (עיניים 4 + מילולי 4 + מוטורי 6), פגיעה קלה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8, פגיעה בינונית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ניתן לחשב GCS ללא בדיקת אישונים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GCS 14 (עיניים 4 + מילולי 4 + מוטורי 6), פגיעה קלה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פקיחת עיניים ספונטנית = 4 נקודות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דיבור מבולבל (לא מכוון אך קוהרנטי חלקית) = 4 נקודות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ציות לפקודות = 6 נקודות - סה"כ 14, בטווח פגיעה קלה (13-15)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פקיחת עיניים ספונטנית=4, תגובה מילולית מבולבלת=4, ציות מוטורי לפקודות=6 - סה"כ 14, שנמצא בטווח הפגיעה הקלה (13-15). GCS אינו תלוי בבדיקת אישונים (זו בדיקה נוירולוגית נפרדת). תשובות 1, 3 ו-4 שגויות חישובית ועובדתית.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GCS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Glasgow Coma Scale - כלי סטנדרטי המסכם פקיחת עיניים, תגובה מילולית ותגובה מוטורית לציון 3-15.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פיזיולוגיה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ICP של 22 מ"מ כספית ולחץ דם ממוצע (MAP) של 65 מ"מ כספית. מהו לחץ הזילוח המוחי (CPP) שלו, ומה המשמעות?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= 87 מ"מ כספית - זילוח מעולה, אין דאגה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שווה תמיד ל-MAP ואינו מושפע מ-ICP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 אפשר לחשב CPP ללא מדידת נפח דם מוחי ישירה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 = MAP - ICP = 65 - 22 = 43 מ"מ כספית - ערך נמוך מהיעד המקובל, מעיד על זילוח לא מספק ומחייב פעולה (הורדת ICP ו/או העלאת MAP)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פיזיולוגיה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CPP = MAP - ICP = 65 - 22 = 43 מ"מ כספית - ערך נמוך מהיעד המקובל, מעיד על זילוח לא מספק ומחייב פעולה (הורדת ICP ו/או העלאת MAP)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הנוסחה: CPP = MAP - ICP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במקרה זה: 65-22=43 מ"מ כספית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ערך נמוך מדי - זילוח מוחי לא מספק, סיכון לאיסכמיה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(4): הנוסחה CPP=MAP-ICP היא הבסיס לניהול טראומת מוח בטיפול נמרץ. 43 מ"מ כספית נמוך משמעותית מהיעד המקובל (בדרך כלל מעל 60), ומחייב התערבות דחופה - הורדת ICP (למשל בעזרת מניטול או ניקוז CSF) ו/או העלאת MAP (נוזלים/וזופרסורים). תשובות 1-3 שגויות.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CPP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Cerebral Perfusion Pressure - לחץ הזילוח המוחי, המחושב כלחץ דם ממוצע פחות לחץ תוך-גולגולתי; היעד הטיפולי המעשי בניהול ICP.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פיזיולוגיה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עקרון Monro-Kellie, וכיצד הוא מסביר מדוע מטופל עם המטומה תוך-גולגולתית עלול להיראות יציב ואז להתדרדר במהירות רבה?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הגולגולת היא תיבה נוקשה בנפח קבוע (מוח, דם, CSF) - בתחילה מנגנוני פיצוי (דחיסת CSF ודם ורידי) שומרים על ICP יציב, אך לאחר מיצוים כל תוספת נפח קטנה גורמת לעלייה חדה ולא-לינארית בלחץ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הגולגולת מתרחבת בהדרגה כדי להכיל נפח נוסף, ולכן אין עלייה בלחץ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עקרון Monro-Kellie רלוונטי רק לילדים שהגולגולת שלהם עדיין לא התאחתה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לחץ תוך-גולגולתי תמיד עולה בקצב ליניארי קבוע וניתן לחיזוי מוחלט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פיזיולוגיה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הגולגולת היא תיבה נוקשה בנפח קבוע (מוח, דם, CSF) - בתחילה מנגנוני פיצוי (דחיסת CSF ודם ורידי) שומרים על ICP יציב, אך לאחר מיצוים כל תוספת נפח קטנה גורמת לעלייה חדה ולא-לינארית בלחץ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נפח כולל קבוע: כ-80% מוח, 10% דם, 10% CSF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בתחילה: פיצוי בהוצאת CSF ודם ורידי מהגולגולת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לאחר מיצוי הפיצוי: עלייה חדה ולא-לינארית ב-ICP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עקרון Monro-Kellie מסביר בדיוק את התופעה הקלינית המוכרת - מטופל יכול להיראות יציב יחסית כל עוד מנגנוני הפיצוי (בעיקר הוצאת נוזל שדרה-מוח מהגולגולת) עוד פועלים, ואז כשהם מוצים, אפילו גידול קטן נוסף בהמטומה גורם לזינוק חד בלחץ ולהתדרדרות מהירה. תשובות 2, 3 ו-4 שגויות עובדתית - הגולגולת הבוגרת אינה מתרחבת, והעלייה בלחץ אינה ליניארית.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Monro-Kellie doctrine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עיקרון פיזיולוגי הקובע שהנפח הכולל בתוך הגולגולת הסגורה קבוע, ולכן שינוי בנפח מרכיב אחד מחייב פיצוי בירידת נפח מרכיב אחר.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קופסה סגורה עם שלושה בלונים בפנים - אפשר לנפח בלון אחד קצת אם מרוקנים את השניים האחרים, אבל ברגע שאין יותר מקום לרוקן, כל ניסיון נוסף לנפח דוחף את דפנות הקופסה בכוח עצום.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חשוב לנטר ICP באופן רציף ולא להסתמך רק על בדיקה נוירולוגית תקופתית?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טיפול ראשוני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ההתערבות הראשונית שהוכחה שוב ושוב כמצילת מוח ברמת האוכלוסייה בטיפול בפגיעת מוח טראומטית חדה, ומדוע?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מתן אנטיביוטיקה מונעת רחבת טווח לכל מטופל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ניתוח דחוף מיידי לכל מטופל עם GCS מתחת ל-15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הימנעות מהיפוקסיה (חמצן נמוך) והיפוטנסיה (לחץ דם נמוך) בשלבים המוקדמים ביותר לאחר הפגיעה, כי כל אירוע כזה מחריף את שרשרת הפגיעה המשנית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הרדמה כללית מיידית לכל מטופל טראומה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טיפול ראשוני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הימנעות מהיפוקסיה (חמצן נמוך) והיפוטנסיה (לחץ דם נמוך) בשלבים המוקדמים ביותר לאחר הפגיעה, כי כל אירוע כזה מחריף את שרשרת הפגיעה המשנית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היפוקסיה והיפוטנסיה מזינות ישירות את שרשרת הפגיעה המשנית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מניעתן היא ההתערבות עם הראיות החזקות ביותר ברמת אוכלוסיה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זה נכון כבר משלב הטיפול הטרום-בית-חולימי, לא רק בבית החולים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מניעת היפוקסיה והיפוטנסיה בשלבים המוקדמים ביותר - עוד לפני הגעה לבית החולים - היא ההתערבות שהוכחה שוב ושוב כבעלת ההשפעה החזקה ביותר על תוצאה ברמת אוכלוסיה, כי שני התנאים האלה מחריפים ישירות את שרשרת הפגיעה המשנית (איסכמיה, בצקת). תשובות 1, 2 ו-4 אינן נתמכות - לא כל מטופל צריך ניתוח או הרדמה כללית מיידית, ואנטיביוטיקה מונעת אינה סטנדרט טיפול כללי.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מניעת פגיעה משנית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אסטרטגיית הטיפול הראשוני המרכזית בטראומת מוח - שמירה על חמצון ולחץ דם תקינים כדי לצמצם את שרשרת הפגיעה המשנית.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ראשונית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משנית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פגיעה קלה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ציון גלזגו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Monro-Kellie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מנגנוני פיצוי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היפוקסיה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2026-08-24T12:56:15Z</dcterms:created>
  <dcterms:modified xsi:type="dcterms:W3CDTF">2026-08-24T12:56:15Z</dcterms:modified>
</cp:coreProperties>
</file>