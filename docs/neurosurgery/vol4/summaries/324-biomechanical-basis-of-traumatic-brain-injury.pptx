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4</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324: הבסיס הביומכני של פגיעת ראש טראומטית</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Biomechanical Basis of Traumatic Brain Injury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ביומכניקה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שבר גולגולת והמטומה אפידורלית נגרמים תמיד ממנגנון מגע (Contact), ולעולם לא מתאוצה טהורה?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הם היוצאים מן הכלל היחידים שדורשים כיפוף עצם מקומי בנקודת המכה, בעוד תאוצה לבדה (ללא מגע) אינה יכולה לכופף את העצם באופן ממוקד מספיק</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תאוצה תמיד חזקה יותר ממגע וגורמת רק לפגיעות מוחיות פנימיות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שבר גולגולת נגרם אך ורק מבלאסט (פיצוץ)</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הבדל אמיתי בין המנגנונים מבחינת סוג הפגיעה שהם יוצרים</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ביומכניקה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כי תאוצה תמיד חזקה יותר ממגע וגורמת רק לפגיעות מוחיות פנימיות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מגע יוצר כיפוף מקומי של הגולגולת בנקודת ההשפעה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כיפוף זה מייצר מתיחה בלוח הפנימי ← שבר, או קריעת כלי דורלי ← אפידורל</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תאוצה לבדה (בלי מגע) לא יוצרת כיפוף עצם ממוקד - ולכן לא יכולה לגרום לשבר או אפידורל</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שבר גולגולת והמטומה אפידורלית נובעים מכיפוף עצם מקומי שרק מגע ישיר יוצר. תשובה 2 הפוכה מהמנגנון שתואר. תשובה 3 שגויה - בלאסט הוא מקרה פרטי, לא הסיבה הבלעדית. תשובה 4 מתעלמת מההבחנה המרכזית של הפרק.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מגע (Contact) מול תאוצה (Inertial)</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שני מנגנוני היסוד הבלעדיים ליצירת פגיעת ראש טראומטית, שכל אחד מהם אחראי למשפחת פגיעות שונה.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ההבדל בין לדפוק באצבע על קופסת קרטון (יוצר שקע מקומי) לבין לטלטל את הקופסה בלי לגעת בה (לא יוצר שקע, אבל מזיז את מה שבפנים).</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קלינית לזהות אם המנגנון היה מגע או תאוצה?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ביומכניקה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שבר גולגולת ליניארי מתחיל תמיד בלוח הפנימי (inner table) של הגולגולת ולא בלוח החיצוני?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הלוח הפנימי דק יותר פיזית מהלוח החיצוני בכל הגולגולת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הלוח החיצוני עשוי מחומר שונה לגמרי מהלוח הפנימי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הדם שזורם בלוח הפנימי מחליש אותו</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כיפוף הגולגולת פנימה יוצר לחיצה (compression) על הלוח החיצוני ומתיחה (tension) על הפנימי, ועצם עמידה הרבה יותר בפני לחיצה מאשר בפני מתיחה</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ביומכניקה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כי כיפוף הגולגולת פנימה יוצר לחיצה (compression) על הלוח החיצוני ומתיחה (tension) על הפנימי, ועצם עמידה הרבה יותר בפני לחיצה מאשר בפני מתיחה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מכה יוצרת כיפוף עצם פנימה (in-bending) בנקודת ההשפעה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כיפוף זה: לחיצה בחוץ, מתיחה בפנים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עצם נכשלת קודם תחת מתיחה - ולכן השבר מתחיל תמיד בלוח הפנימי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זהו העיקרון הביומכני המרכזי בפרק - תכונות החומר של העצם (עמידות גבוהה בלחיצה, נמוכה במתיחה) קובעות היכן בדיוק מתחיל השבר. תשובות 1-3 אינן נכונות עובדתית לפי הפרק.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מתיחה (Tension) ולחיצה (Compression)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שני סוגי מאמץ מכני הפוכים שנוצרים בשני צידי עצם מתכופפת - עצם עמידה טוב יותר בפני לחיצה מאשר מתיחה.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לכופף מקל עץ - הצד הפנימי של הכיפוף נמתח ונשבר ראשון, הצד החיצוני רק נדחס.</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לדעת שהשבר מתחיל פנימה?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פתופיזיולוגיה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נהג רכב נחבט בעוצמה בלוח קדמי רך ורחב בתאונת דרכים בה הרכב האט בפתאומיות. בהדמיה נראית חבלה גדולה באונה הטמפורלית הנגדית למקום המגע, וחבלה מינימלית באזור המגע עצמו. איזה עיקרון מהפרק מסביר את חוסר הסימטריה הזה?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עצם רך ורחב (כמו לוח קדמי) גורם לרוב האנרגיה להיות מושקעת בהאטת/האצת הראש (תאוצה) ולא בעיוות עצם מקומי - ולכן הקונטרהקופ דומיננטי והקופ מזערי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קופ וקונטרהקופ הם תמיד תמונת מראה מדויקת אחד של השני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חבלה בצד הנגדי תמיד גדולה יותר ללא קשר לסוג העצם הפוגעת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המטומה סובדורלית תמיד גורמת לחבלה הנגדית</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פתופיזיולוגיה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עצם רך ורחב (כמו לוח קדמי) גורם לרוב האנרגיה להיות מושקעת בהאטת/האצת הראש (תאוצה) ולא בעיוות עצם מקומי - ולכן הקונטרהקופ דומיננטי והקופ מזערי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עצם רך ורחב מפזר את המכה על שטח גדול - פחות כיפוף עצם מקומי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רוב האנרגיה מושקעת בהאטה/האצה של הראש כולו (תאוצה)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תאוצה זו יוצרת אזור לחץ שלילי בצד הנגדי - קונטרהקופ דומיננטי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בדיוק כפי שתואר בפרק - עצם קשה וקטנה יוצרת קופ דומיננטי, ואילו עצם רכה ורחבה (כמו בתאונות דרכים) יוצרת קונטרהקופ דומיננטי, כי רוב האנרגיה 'הולכת' להאצת הראש ולא לעיוות עצם מקומי. תשובות 2-4 סותרות את הפרק במפורש.</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קונטרהקופ (Contrecoup)</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חבלה הנוצרת לא בהכרח ממש מול נקודת המגע, אלא כתוצאה מתנועת המוח לכיוון המכה שיוצרת לחץ שלילי בצד הנגדי - מנגנון תאוצתי, לא מגע.</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לזרוק כרית רכה על קיר לעומת לזרוק אבן - הכרית 'סופגת' ומזיזה את כל הגוף, האבן שוברת רק נקודתית.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אי אפשר להסיק מיקום מכה ממיקום קונטרהקופ?</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ביומכניקה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תאוצה אנגולרית (angular) - ולא טרנסלציונית או רוטציונית טהורה - היא הצורה השכיחה ביותר קלינית של תנועת ראש טראומטית?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תאוצה אנגולרית תמיד חלשה יותר מהאחרות ולכן שכיחה יותר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טרנסלציה ורוטציה טהורות אינן קיימות בפיזיקה כלל</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בגלל האנטומיה של הצוואר, שמאפשרת סיבוב סביב נקודה בעמוד השדרה הצווארי התחתון - ולכן כל תנועת ראש כמעט תמיד משלבת גם טרנסלציה וגם רוטציה בו-זמנית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רק תאוצה אנגולרית קשורה בכלל למכות בספורט</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ביומכניקה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בגלל האנטומיה של הצוואר, שמאפשרת סיבוב סביב נקודה בעמוד השדרה הצווארי התחתון - ולכן כל תנועת ראש כמעט תמיד משלבת גם טרנסלציה וגם רוטציה בו-זמנית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טרנסלציה טהורה: מרכז הכובד נע בקו ישר - נדירה קלינית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רוטציה טהורה: סיבוב סביב מרכז הכובד עצמו - כמעט בלתי אפשרית (דורשת סיבוב כל הגוף)</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אנגולרית: שילוב טבעי הנובע ממבנה הצוואר - נקודת הסיבוב בצוואר התחתון</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האנטומיה של מפרק ראש-צוואר קובעת שרוב תנועות הראש הן שילוב, ולכן אנגולרית היא הצורה השכיחה. תשובה 1 שגויה - אין קשר לעוצמה. תשובה 2 שגויה - שתי הצורות הטהורות אכן קיימות תיאורטית, רק נדירות קלינית. תשובה 4 שגויה - זה לא ייחודי לספורט.</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תאוצה אנגולרית</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שילוב של רכיב טרנסלציוני ורוטציוני, הנובע ממיקום נקודת הסיבוב בעמוד השדרה הצווארי - הצורה השכיחה ביותר קלינית של תנועת ראש.</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קפיץ (הצוואר) שמחובר לכדור (הראש) - אי אפשר להזיז את הכדור בקו ישר טהור בלי שהוא גם יסתובב מעט סביב הקפיץ.</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לזכור שאנגולרית היא הכי מזיקה?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פתופיזיולוגיה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אילו מבין הבאים אחראים לכ-60% מהמקרים של המטומה סובדורלית חריפה, וממה בדיוק הם נובעים?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עורקים מנינגיאליים, מקרע ישיר כתוצאה משבר גולגולת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עורק בזילרי, מקרע כתוצאה מלחץ תוך-גולגולתי מוגבר</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כלי דם ורידיים תוך-מוחיים עמוקים, מקרע כתוצאה מהיפוקסיה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ורידי גישור פרה-סגיטליים (parasagittal bridging veins), הנקרעים ממנגנון תאוצה זוויתית קצרת-משך - ללא צורך במגע כלל</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פתופיזיולוגיה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ורידי גישור פרה-סגיטליים (parasagittal bridging veins), הנקרעים ממנגנון תאוצה זוויתית קצרת-משך - ללא צורך במגע כלל</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ורידי גישור מחברים את פני המוח לסינוס הסגיטלי לאורך הביקוע הבין-המיספרי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מיקומם השטחי הופך אותם לרגישים במיוחד לתאוצה זוויתית קצרת-משך</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מנגנון אינרציאלי טהור - לא דורש מגע ישיר כלל, בניגוד לשני הסוגים האחרים של סובדורל</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ורידי הגישור הפרה-סגיטליים הם המקור השכיח ביותר להמטומה סובדורלית חריפה, ונקרעים אך ורק ממנגנון תאוצתי - לא ממגע. תשובות 1-3 אינן נכונות עובדתית לפי הפרק (עורקים מנינגיאליים קשורים לאפידורל, לא לסובדורל).</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ורידי גישור (Bridging veins)</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ורידים שטחיים המחברים את פני קליפת המוח לסינוסים הדורליים - חוצים את החלל הסובדורלי ולכן פגיעים במיוחד לתנועה יחסית בין המוח לגולגולת.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חוטי טלפון ישנים המחברים בית נייד (המוח) לעמוד קבוע (הגולגולת/דורה) - טלטול חזק של הבית קורע את החוטים, גם בלי לפגוע בבית עצמו.</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לדעת שסובדורל מקרע ורידי גישור הוא מנגנון תאוצתי טהור?</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פתופיזיולוגיה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DAI (פגיעה אקסונלית מפושטת) לעולם אינה נגרמת ממגע טהור, אלא רק מתאוצה זוויתית?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רק תנועה סיבובית (רוטציה) מייצרת רמות גבוהות של מתיחה עמוק בתוך רקמת המוח - מגע יוצר בעיקר מתיחה שטחית מקומית, לא מתיחה מפושטת בעומק שדרושה כדי לקרוע אקסונים בכל רחבי המוח</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מגע תמיד חלש מדי כדי לגרום לכל נזק מוחי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DAI מוגדר כפגיעה שמתרחשת רק בגזע המוח</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מגע גורם רק לפגיעה בעצם ולא ברקמת מוח כלל</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פתופיזיולוגיה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כי רק תנועה סיבובית (רוטציה) מייצרת רמות גבוהות של מתיחה עמוק בתוך רקמת המוח - מגע יוצר בעיקר מתיחה שטחית מקומית, לא מתיחה מפושטת בעומק שדרושה כדי לקרוע אקסונים בכל רחבי המוח</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מגע יוצר בעיקר עיוות עצם מקומי ומתיחה שטחית ליד נקודת המכה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רק תנועה סיבובית (רכיב הרוטציה בתאוצה זוויתית) מגיעה לעומק המוח</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DAI דורש מתיחה מפושטת ועמוקה שחותכת אקסונים במקומות מרוחקים זה מזה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רק תנועה סיבובית מייצרת את המתיחה העמוקה הדרושה כדי לפגוע בו-זמנית באזורים מרוחקים כמו קורפוס קלוסום, קפסולה פנימית וגזע המוח. תשובות 2-4 אינן תואמות את הפיזיולוגיה שתוארה בפרק.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Diffuse Axonal Injury (DAI)</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פגיעה מפושטת ומרובת-מוקדים באקסונים וכלי דם קטנים, הנגרמת אך ורק מתאוצה זוויתית (רוטציונית) - אחד משני המצעים העיקריים לתרדמת ממושכת לאחר טראומה.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לסובב מטלית רטובה (המוח) בעוצמה - הסיבוב מותח את כל סיבי המטלית בו-זמנית ברחבי כל השטח, בעוד לחיצה נקודתית רק מקמטת מקום אחד.</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DAI קשה לזהות בהדמיית CT רגילה?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מניעה וטיפול</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פותח מכשיר HANS (Head Acceleration Neutralization System), ומהו העיקרון המכני שמנע בזכותו סוג ספציפי של שבר קטלני?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כדי להגן על עמוד השדרה המותני מפגיעות דחיסה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כדי למנוע שברי גפיים בתאונות מרוצים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כדי למנוע שבר בסיס גולגולת קטלני, ע"י שמירה על תנועה משותפת של ראש-צוואר-גו כשהגו מרותק אך הראש חופשי לנוע - מונע 'וויפלאש' שמנתק את עמוד השדרה הצווארי מבסיס הגולגולת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כדי למנוע כל סוג של המטומה תוך-גולגולתית</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מניעה וטיפול</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כדי למנוע שבר בסיס גולגולת קטלני, ע"י שמירה על תנועה משותפת של ראש-צוואר-גו כשהגו מרותק אך הראש חופשי לנוע - מונע 'וויפלאש' שמנתק את עמוד השדרה הצווארי מבסיס הגולגולת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בעת תאונה, הגו מרותק בחגורה אך הראש עלול להיות חופשי לנוע</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תנועה זו יכולה 'לנתק' את עמוד השדרה הצווארי מבסיס הגולגולת - שבר קטלני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HANS מחבר ראש-צוואר-גו לתנועה אחידה - מפחית עומסי צוואר ב-40-60%</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HANS פותח ספציפית למניעת שבר בסיס גולגולת מסוג distraction, הנגרם כשגו חגור אך ראש חופשי חווה תאוצה קיצונית. תשובות 1, 2 ו-4 אינן תואמות את המטרה או המנגנון שתוארו בפרק.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HANS (Head Acceleration Neutralization System)</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מכשיר שפותח בתחילת שנות ה-90 ע"י ד"ר Robert Hubbard וJim Downing, המונע תנועת ראש קיצונית ביחס לגוף החגור בתאונות מרוצים.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לחבר את הראש לגוף בעזרת רצועה קשיחה כדי שלא 'יישכח מאחור' כשהגוף כבר נעצר בפתאומיות.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HANS לא נועד למנוע DAI לגמרי?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ביומכניקה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בפרק מתואר שככל שמשך התאוצה עולה (בעוצמה קבועה), הפגיעה עוברת משלושה אזורים קליניים. מהו אזור III, ומה קורה בו?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משך קצר מאוד - אין פגיעה כלל כי המתיחה מנוטרלת (damped) לפני שהיא מגיעה לרקמה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משך ארוך יחסית - המתיחה מתפשטת לכל עומק המוח, וגורמת לפגיעה היקפית וגם עמוקה (כולל DAI)</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משך בינוני - פגיעה בהיקף המוח בלבד, ללא חדירה לעומק</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קשר בין משך התאוצה לבין עומק הפגיעה במוח</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ביומכניקה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משך ארוך יחסית - המתיחה מתפשטת לכל עומק המוח, וגורמת לפגיעה היקפית וגם עמוקה (כולל DAI)</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C5F2D">
              <a:alpha val="12000"/>
            </a:srgbClr>
          </a:solidFill>
          <a:ln w="15875">
            <a:solidFill>
              <a:srgbClr val="2C5F2D"/>
            </a:solidFill>
            <a:prstDash val="solid"/>
          </a:ln>
        </p:spPr>
      </p:sp>
      <p:sp>
        <p:nvSpPr>
          <p:cNvPr id="7" name="Shape 5"/>
          <p:cNvSpPr/>
          <p:nvPr/>
        </p:nvSpPr>
        <p:spPr>
          <a:xfrm>
            <a:off x="11292840" y="2176272"/>
            <a:ext cx="256032" cy="256032"/>
          </a:xfrm>
          <a:prstGeom prst="ellipse">
            <a:avLst/>
          </a:prstGeom>
          <a:solidFill>
            <a:srgbClr val="2C5F2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אזור I (קצר מאוד): מתיחה מנוטרלת - כמעט אין פגיעה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אזור II (בינוני): פגיעה היקפית בלבד - כלי דם היקפיים כמו ורידי גישור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אזור III (ארוך): מתיחה מגיעה לעומק - פגיעה היקפית + DAI</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אזור III מתאר משך תאוצה ארוך יחסית, שבו המתיחה מספיקה להתפשט לכל עומק המוח ולגרום ל-DAI בנוסף לפגיעה ההיקפית. תשובה 1 מתארת את אזור I, תשובה 3 מתארת את אזור II, ותשובה 4 סותרת את הפרק במפורש.</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משך תאוצה (Acceleration duration)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משתנה מפתח שקובע, יחד עם העוצמה, עד כמה עמוק תחדור המתיחה לתוך רקמת המוח - משך ארוך יותר מאפשר למתיחה 'להספיק' להתפשט לעומק.</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לשפוך מים על מגבת - שפיכה מהירה (משך קצר) מרטיבה רק את השכבה העליונה; שפיכה ממושכת (משך ארוך) חודרת עד לעומק המגבת כולה.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DAI דורש דווקא משך תאוצה ארוך, בעוד סובדורל מקרע ורידי גישור נגרם ממשך קצר?</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Contact loading</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Inertial loading</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שבר גולגולת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המטומה אפידורלית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שבר ליניארי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לוח פנימי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מתיחה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לחיצה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קופ</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קונטרהקופ</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לחץ שלילי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תאוצה</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2026-09-05T02:23:18Z</dcterms:created>
  <dcterms:modified xsi:type="dcterms:W3CDTF">2026-09-05T02:23:18Z</dcterms:modified>
</cp:coreProperties>
</file>