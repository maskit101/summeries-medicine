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9: בצקת מוחית</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Cerebral Edema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מבנה מחסום הדם-מוח</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מהם שלושת המרכיבים התאיים העיקריים היוצרים יחד את מחסום הדם-מוח (BBB), ומה מבדיל את הנימים במוח מנימים בשאר הגוף?</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תאי אנדותל - אין תפקיד לתאים אחרים במחסום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כלי דם גדולים בלבד, ללא קשר לגודל הנימים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אנדותל עם צמתים הדוקים לא-חדירים, פריציטים התומכים מבנית, ורגלי קצה אסטרוציטריות העוטפות את ממברנת הבסיס - בניגוד לנימים בשאר הגוף שבהם הצמתים בין תאי האנדותל חדירים יותר</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תאי גליה, ללא מעורבות של כלי דם כלל</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מבנה מחסום הדם-מוח</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תאי אנדותל עם צמתים הדוקים לא-חדירים, פריציטים התומכים מבנית, ורגלי קצה אסטרוציטריות העוטפות את ממברנת הבסיס - בניגוד לנימים בשאר הגוף שבהם הצמתים בין תאי האנדותל חדירים יותר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תאי אנדותל עם צמתים הדוקים (tight junctions) לא-חדירים למעבר פאראצלולרי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פריציטים העוטפים ותומכים מבנית בתאי האנדותל</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ממברנת בסיס דקה סביב המכלול</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רגלי קצה אסטרוציטריות המכסות את ממברנת הבסיס ומגבילות מעבר מקרומולקולות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תשובה 0 ו-3 מתעלמות ממרכיבים חיוניים (פריציטים, אסטרוציטים). תשובה 1 אינה נכונה - ההבדל הוא ברמת התא (צמתים הדוקים), לא בגודל כלי הדם. הצמתים ההדוקים בנימי המוח שונים מהותית מאלה בשאר הגוף, שם יש חדירות פאראצלולרית גדולה יותר.</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צמת הדוק (Tight Junction)</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חיבור הדוק בין תאי אנדותל סמוכים, החוסם כמעט לחלוטין מעבר של מולקולות בין התאים (פאראצלולרי) ומחייב הובלה פעילה דרך התא עצמו.</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חומת עיר עם שלושה קווי הגנה: חייל בשער (אנדותל עם צמת הדוק), חגורת מגן מסביב לחומה (ממברנת בסיס עם פריציטים), ושמיכת ענק שמכסה הכל מלמעלה (רגלי קצה אסטרוציטריות) - רק דרך שער מבוקר (הובלה פעילה) אפשר להיכנס.</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קלינית שהמחסום מורכב מכמה שכבות ולא רק מהאנדותל?</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VEGF ובצקת וזוגנית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חולה עם גליובלסטומה מתחיל טיפול בבבסיזומאב (bevacizumab), נוגדן אנטי-VEGF. MRI לאחר 4 שבועות מדגים ירידה משמעותית הן בהאדרה (חדירות) והן בבצקת סביב הגידול. איזה מנגנון ביולוגי מסביר הכי טוב את התצפית הזו?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הגידול מפרישים VEGF שגורם ליצירת נימים חדשים החסרים צמתים הדוקים תקינים ('מחסום הגידול'), מה שמאפשר דליפת אולטרה-פילטרט פלזמה החוצה; חסימת VEGF מתקנת חלקית את החדירות הזו ומפחיתה את הבצקת הוזוגנית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בבסיזומאב פועל על ידי הרג ישיר של תאי הגידול, ללא כל השפעה על כלי הדם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הירידה בבצקת נובעת מהשפעה על משאבת Na+,K+-ATPase בתאי הגידול</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בבסיזומאב מגביר ייצור CSF ובכך 'מדלל' את הבצקת</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VEGF ובצקת וזוגנית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תאי הגידול מפרישים VEGF שגורם ליצירת נימים חדשים החסרים צמתים הדוקים תקינים ('מחסום הגידול'), מה שמאפשר דליפת אולטרה-פילטרט פלזמה החוצה; חסימת VEGF מתקנת חלקית את החדירות הזו ומפחיתה את הבצקת הוזוגנית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תאי הגידול מפרישים VEGF (זוהה לראשונה ב-1983 על ידי Senger ו-Dvorak)</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VEGF גורם לשגשוג נימים חדשים החסרים צמתים הדוקים - 'מחסום הגידול' הפרוץ</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כתוצאה מכך, אולטרה-פילטרט של פלזמה זולג לחלל החוץ-תאי - זו הבצקת הוזוגנית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אנטי-VEGF (בבסיזומאב) חוסם את המנגנון - ולכן מפחית גם חדירות וגם בצקת בהדמיה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תשובות 1, 2 ו-3 מתארות מנגנונים שאינם קשורים לפעולת בבסיזומאב או ל-VEGF כפי שמתואר בפרק - בבסיזומאב אינו הורג תאי גידול ישירות, אינו פועל על משאבת Na/K-ATPase (זה מנגנון של בצקת ציטוטוקסית, לא וזוגנית), ואינו קשור לייצור CSF.</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VEGF (Vascular Endothelial Growth Factor)</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חלבון המופרש על ידי תאי גידול, הגורם לחדירות נימית, שגשוג ונדידה של תאי אנדותל, וליצירת נימים חדשים החסרים צמתים הדוקים תקינים.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קבלן בינוי (VEGF) שבונה במהירות כביש חדש (נימים) בלי מעקות בטיחות (צמתים הדוקים) - מים גולשים החוצה מהכביש בקלות. שוטר תנועה (בבסיזומאב) שעוצר את הקבלן מונע את בניית הכביש הפרוץ מלכתחילה.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גליומות בדרגה גבוהה גורמות לבצקת קשה יותר מאשר גידולי CNS אחרים?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מנגנון סטרואידים בבצקת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מנגנון הפעולה העיקרי של גלוקוקורטיקואידים (כמו דקסמתזון) בהפחתת בצקת וזוגנית סביב גידולי מוח, ולמה הם אינם יעילים בבצקת ציטוטוקסית?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הם מגבירים ישירות את ייצור ה-ATP בתאים הפגועים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הם חוסמים באופן ישיר את משאבת Na+,K+-ATPase</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הם פועלים אך ורק על ידי הפחתת נפח הגידול עצמו</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הם פועלים בעיקר על ידי הפחתת חדירות כלי הדם דרך קולטן הגלוקוקורטיקואידים באנדותל - יעיל כשיש 'פרצה' בכלי הדם לתקן (וזוגנית), אך לא רלוונטי כשהבעיה היא כשל אנרגטי תוך-תאי ללא פגיעה ראשונית בחדירות (ציטוטוקסית)</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מנגנון סטרואידים בבצקת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הם פועלים בעיקר על ידי הפחתת חדירות כלי הדם דרך קולטן הגלוקוקורטיקואידים באנדותל - יעיל כשיש 'פרצה' בכלי הדם לתקן (וזוגנית), אך לא רלוונטי כשהבעיה היא כשל אנרגטי תוך-תאי ללא פגיעה ראשונית בחדירות (ציטוטוקסית)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המנגנון העיקרי: הפחתת חדירות כלי הדם (permeability) דרך קולטן הגלוקוקורטיקואידים באנדותל</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פחות קשור ישירות להפחתת ייצור VEGF עצמו</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יעיל בבצקת וזוגנית - שם יש פרצה בכלי הדם לתקן</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לא יעיל בציטוטוקסית/אינטרסטיציאלית/אוסמוטית - שם אין פגיעה ראשונית בחדירות כלי דם, ולא יעיל כלל כשה-BBB אינו מתפקד לגמרי</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תשובות 0, 1 ו-2 מתארות מנגנונים שאינם המנגנון המרכזי המתואר בפרק - סטרואידים אינם מגבירים ATP, אינם חוסמים ישירות את המשאבה, ואינם פועלים רק דרך הקטנת הגידול (זהו אפקט ארוך טווח, לא המנגנון המיידי).</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גלוקוקורטיקואיד (Glucocorticoid)</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הורמון סטרואידי (כמו דקסמתזון) הנקשר לקולטן תוך-תאי ומפחית חדירות כלי דם באנדותל - הטיפול העיקרי בבצקת וזוגנית סביב גידולי מוח.</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אינסטלטור (סטרואיד) שקורא לתקן דליפה בצינור (כלי דם פרוץ בבצקת וזוגנית) - הוא מצליח לאטום את הדליפה. אבל אם הבעיה היא שהמשאבה בבית עצמה מקולקלת (כשל תוך-תאי בבצקת ציטוטוקסית) - אין לו מה לתקן בצינור עצמו, כי הצינור לא דולף.</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סטרואידים לא יעילים כלל כשה-BBB אינו מתפקד?</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מנגנון בצקת ציטוטוקסית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עם שבץ איסכמי חד באזור אספקת ה-MCA. חוקרים מודדים ריכוזי גלוטמט חוץ-תאיים גבוהים באזור הפגוע. באיזה שני מסלולים מקבילים, המתוארים בפרק, גורם עודף הגלוטמט לנפיחות תאית - הן בנוירונים והן באסטרוציטים?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דרך הגברת ייצור VEGF בנוירונים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בנוירונים: זרם נתרן דרך קולטני AMPA ו-kainate שמופעלים על ידי גלוטמט, מושך כלור ומים פנימה; באסטרוציטים: יתר-פעילות של נשאי גלוטמט אסטרוציטריים מגבירה כניסת נתרן - שני המסלולים מובילים לנפיחות תוך-תאית עצמאית בכל סוג תא</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על ידי חסימה ישירה של אקווהפורין-4</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גלוטמט פועל אך ורק על תאי אנדותל, ללא השפעה על נוירונים או אסטרוציטים</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מנגנון בצקת ציטוטוקסית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בנוירונים: זרם נתרן דרך קולטני AMPA ו-kainate שמופעלים על ידי גלוטמט, מושך כלור ומים פנימה; באסטרוציטים: יתר-פעילות של נשאי גלוטמט אסטרוציטריים מגבירה כניסת נתרן - שני המסלולים מובילים לנפיחות תוך-תאית עצמאית בכל סוג תא</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בנוירונים: גלוטמט מפעיל קולטני AMPA/kainate ← זרם נתרן ← משיכת כלור ומים פנימה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באסטרוציטים: יתר-פעילות של נשאי גלוטמט ← כניסת נתרן מוגברת ← נפיחות אסטרוציטרית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שני המסלולים עצמאיים זה מזה אך מובילים לאותה תוצאה - נפיחות תוך-תאית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זהו מנגנון משלים לכשל Na/K-ATPase, לא תחליף לו</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ו-2 מתארות מנגנונים שאינם קשורים לגלוטמט כפי שמתואר בפרק. תשובה 3 שגויה - גלוטמט משפיע ישירות על נוירונים ואסטרוציטים, לא רק על אנדותל.</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אקסיטוטוקסיות גלוטמטרגית</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מצב שבו עודף גלוטמט חוץ-תאי (למשל לאחר איסכמיה) מפעיל יתר-על-המידה קולטנים ונשאים, וגורם לזרם נתרן מוגזם לתוך נוירונים ואסטרוציטים כאחד, המוביל לנפיחות תאית.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צינורות מים נפרדים שנפתחים בו-זמנית לאותו בריכה (התא): צינור אחד דרך שער הכניסה הראשי (קולטני AMPA/kainate בנוירון), וצינור שני דרך דלת אחורית (נשא הגלוטמט באסטרוציט) - שניהם ממלאים את הבריכה בו-זמנית, גם אם אחד מהם נסתם.</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קלינית לדעת ששני מסלולים נפרדים גורמים לאותה תוצאה?</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אקווהפורין-4 וכניסת מים לאסטרוציטים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תפקידם המשולב של אקווהפורין-4 (AQP4) ותעלת האשלגן Kir4.1 בקידום כניסת מים לאסטרוציטים, ומדוע התהליך רלוונטי במיוחד למצבים כמו פרכוסים או איסכמיה?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AQP4 ו-Kir4.1 שניהם מונעים לחלוטין כניסת מים, ולכן הם מגנים מפני בצקת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AQP4 חשוב; Kir4.1 אינו קשור כלל לוויסות מים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עלייה באשלגן חוץ-תאי (למשל בפרכוסים או איסכמיה) גורמת לזרם אשלגן דרך Kir4.1 שמדפולריז את האסטרוציט, מגביר ספיגת נתרן וביקרבונט דרך הנשא Na+/HCO3-, מעלה את האוסמולריות התוך-תאית, ומושך מים פנימה דרך AQP4</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AQP4 פועל רק בנוירונים, לא באסטרוציטים</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אקווהפורין-4 וכניסת מים לאסטרוציטים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עלייה באשלגן חוץ-תאי (למשל בפרכוסים או איסכמיה) גורמת לזרם אשלגן דרך Kir4.1 שמדפולריז את האסטרוציט, מגביר ספיגת נתרן וביקרבונט דרך הנשא Na+/HCO3-, מעלה את האוסמולריות התוך-תאית, ומושך מים פנימה דרך AQP4</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עלייה באשלגן חוץ-תאי (פרכוסים, איסכמיה) מפעילה זרם דרך תעלת Kir4.1</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זרם האשלגן מדפולריז את האסטרוציט</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הדפולריזציה מגבירה ספיגת נתרן וביקרבונט דרך הנשא Na+/HCO3-</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עלייה באוסמולריות התוך-תאית מושכת מים פנימה דרך תעלת AQP4 - נפיחות אסטרוציטרית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תשובה 0 שגויה - AQP4 מקדם כניסת מים, לא מונע אותה. תשובה 1 שגויה - Kir4.1 חיוני בשרשרת המנגנון, לא בלתי-קשור. תשובה 3 שגויה - AQP4 ממוקם בעיקר ברגלי הקצה האסטרוציטריות, לא בנוירונים.</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אקווהפורין-4 (AQP4)</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תעלת מים המרוכזת ברגלי הקצה האסטרוציטריות, האחראית העיקרית לכניסת מים מהירה לתוך אסטרוציטים כתגובה לשיפוע אוסמוטי.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משאבת מים (Kir4.1) שמופעלת כשיש עודף אשלגן בסביבה (כמו בפרכוסים) - היא 'מזרימה חשמל' לתא (דפולריזציה), מה שגורם לתא לספוג עוד מלח (Na+/HCO3-) ולבסוף לפתוח את ברז המים הראשי (AQP4) ולהתמלא.</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AQP4 ו-Kir4.1 מוצגים בפרק כיעדים טיפוליים פוטנציאליים עתידיים?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תעלת NCCa-ATP וגליבנקלמיד</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חוקרים (Simard וחב') מזהים תעלת קטיון לא-סלקטיבית חדשה בתאי מוח לאחר איסכמיה, המווסתת על ידי הקולטן SUR1 ונפתחת עם דלדול ATP. איזו תרופה קיימת, ולמה בדיוק, מוצעת בפרק כטיפול פוטנציאלי חדש המבוסס על גילוי זה?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סטרואידים במינון גבוה, כי הם חוסמים כל תעלת יונים במוח</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מניטול, כי הוא יוצר שיפוע אוסמוטי שסוגר את התעלה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אנטיביוטיקה, כי התעלה מווסתת גם תגובה דלקתית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גליבנקלמיד (glibenclamide) במינון נמוך - תרופה סוכרתית קיימת שחוסמת את הקולטן SUR1 המווסת את תעלת ה-NCCa-ATP, ובכך עשויה להפחית בצקת ציטוטוקסית לאחר איסכמיה, ללא קשר למנגנון ה-Na/K-ATPase המסורתי</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תעלת NCCa-ATP וגליבנקלמיד</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גליבנקלמיד (glibenclamide) במינון נמוך - תרופה סוכרתית קיימת שחוסמת את הקולטן SUR1 המווסת את תעלת ה-NCCa-ATP, ובכך עשויה להפחית בצקת ציטוטוקסית לאחר איסכמיה, ללא קשר למנגנון ה-Na/K-ATPase המסורתי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התעלה (NCCa-ATP) מווסתת על ידי הקולטן SUR1 - אותו קולטן המוכר מתרופות סוכרת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התעלה נפתחת עם דלדול ATP - מנגנון נוסף, עצמאי מכשל Na/K-ATPase</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גליבנקלמיד במינון נמוך חוסם את SUR1, ולכן עשוי לחסום את התעלה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זהו כיוון טיפולי חדש (בזמן כתיבת הפרק) לבצקת ציטוטוקסית לאחר איסכמיה/טראומה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תשובות 0, 1 ו-2 מתארות תרופות/מנגנונים שאינם קשורים לתעלת NCCa-ATP כפי שמתואר בפרק - סטרואידים, מניטול ואנטיביוטיקה פועלים דרך מסלולים אחרים לגמרי.</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תעלת NCCa-ATP</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תעלת קטיון לא-סלקטיבית, המווסתת על ידי הקולטן SUR1, הנפתחת בדלדול ATP ותורמת לבצקת ציטוטוקסית לאחר איסכמיה מוחית - ניתנת לחסימה על ידי גליבנקלמיד במינון נמוך.</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מנעול חירום (SUR1) שנפתח אוטומטית כשנגמר החשמל בבניין (דלדול ATP), ומציף את הבניין במים (בצקת). מפתח מיוחד (גליבנקלמיד), שכבר קיים בשימוש למטרה אחרת (סוכרת), מתברר שמתאים בדיוק למנעול הזה ויכול לנעול אותו מחדש.</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הגילוי הזה משמעותי במיוחד מבחינה טיפולית?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מניטול ואפקט הכיור ההפוך</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עם בצקת מוחית חדה מקבל עירויי מניטול חוזרים ותכופים לאורך מספר ימים. בבדיקה חוזרת, הבצקת אינה מגיבה עוד לעירויים נוספים, ואף מחמירה מעט. איזה מנגנון, המתואר בפרק, מסביר הכי טוב את התופעה הזו?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מניטול הפסיק לעבור את ה-BBB לחלוטין מהיום הראשון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שימוש ממושך במניטול עלול להוביל להצטברות המולקולה עצמה ברקמת המוח - הרקמה הופכת ל'כיור הפוך' שמושך מים אליו במקום לדחוף אותם החוצה, מה שהופך את הבצקת לעמידה לטיפול אוסמוטי נוסף</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הכליות הפסיקו לתפקד באופן מוחלט</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זהו פשוט מקרה של אי-ציות של המטופל לטיפול</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מניטול ואפקט הכיור ההפוך</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שימוש ממושך במניטול עלול להוביל להצטברות המולקולה עצמה ברקמת המוח - הרקמה הופכת ל'כיור הפוך' שמושך מים אליו במקום לדחוף אותם החוצה, מה שהופך את הבצקת לעמידה לטיפול אוסמוטי נוסף</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מניטול פועל תקין לטווח קצר - יוצר שיפוע אוסמוטי שמושך מים מהמוח לדם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בשימוש ממושך/חוזר, מניטול עצמו יכול להצטבר ברקמת המוח</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ההצטברות הופכת את הרקמה ל'כיור הפוך' (reverse sink) שמושך מים פנימה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התוצאה: הבצקת הופכת עמידה לטיפול אוסמוטי נוסף, ואף עלולה להחמיר</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תשובות 0, 2 ו-3 אינן מתוארות בפרק כמנגנון של תופעה זו - הפרק מתאר במפורש את אפקט 'הכיור ההפוך' כתוצאה מהצטברות מניטול/גליצרול ברקמה עצמה בשימוש ממושך.</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אפקט הכיור ההפוך (Reverse Sink Effect)</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תופעה שבה חומר אוסמוטי (כמו מניטול) שניתן לאורך זמן מצטבר ברקמת המוח עצמה, והופך את הרקמה למקור משיכת מים במקום מקור דחיפתם החוצה - כך שהבצקת הופכת עמידה לטיפול נוסף.</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ספוג (המוח) שסוחט מים לתוך אגן (הדם) כל עוד יש הבדל לחץ ביניהם. אבל אם משפריצים לספוג עצמו יותר מדי סבון (מניטול מצטבר), הספוג עצמו נהיה 'דביק' ומתחיל למשוך מים חזרה אליו - במקום לסחוט אותם החוצה.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המשמעות הקלינית המעשית של אפקט הכיור ההפוך?</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הדמיה: ADC ואבחנה בין סוגי בצקת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רדיולוג מתבקש להבחין בין בצקת ציטוטוקסית לוזוגנית ב-MRI חדש, אך התמונה T2/FLAIR בלבד אינה חד-משמעית. איזו רצף הדמיה נוסף הכי שימושי להבחנה מהירה, ומה ההיגיון הפיזיולוגי מאחוריו?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מפת ADC (מקדם דיפוזיה נראה לעין) - ADC נמוך מצביע על בצקת ציטוטוקסית, כי המים כלואים תוך-תאית ותנועתם החופשית מוגבלת; ADC גבוה מצביע על בצקת וזוגנית/אינטרסטיציאלית, כי המים חופשיים בחלל החוץ-תאי המורחב</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צילום רנטגן רגיל של הגולגולת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בדיקת דם לרמות נתרן בלבד, ללא צורך בהדמיה נוספת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אולטרסאונד דרך הגולגולת הסגורה</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הדמיה: ADC ואבחנה בין סוגי בצקת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מפת ADC (מקדם דיפוזיה נראה לעין) - ADC נמוך מצביע על בצקת ציטוטוקסית, כי המים כלואים תוך-תאית ותנועתם החופשית מוגבלת; ADC גבוה מצביע על בצקת וזוגנית/אינטרסטיציאלית, כי המים חופשיים בחלל החוץ-תאי המורחב</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מפת ADC היא הכלי המהיר ביותר להבחנה בין הסוגים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ADC נמוך = מים כלואים תוך-תאית (התנגדות לדיפוזיה) = בצקת ציטוטוקסית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ADC גבוה = מים חופשיים בחלל חוץ-תאי מורחב = בצקת וזוגנית/אינטרסטיציאלית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D99A2B">
              <a:alpha val="12000"/>
            </a:srgbClr>
          </a:solidFill>
          <a:ln w="15875">
            <a:solidFill>
              <a:srgbClr val="D99A2B"/>
            </a:solidFill>
            <a:prstDash val="solid"/>
          </a:ln>
        </p:spPr>
      </p:sp>
      <p:sp>
        <p:nvSpPr>
          <p:cNvPr id="19" name="Shape 17"/>
          <p:cNvSpPr/>
          <p:nvPr/>
        </p:nvSpPr>
        <p:spPr>
          <a:xfrm>
            <a:off x="11292840" y="4782312"/>
            <a:ext cx="256032" cy="256032"/>
          </a:xfrm>
          <a:prstGeom prst="ellipse">
            <a:avLst/>
          </a:prstGeom>
          <a:solidFill>
            <a:srgbClr val="D99A2B"/>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לא ניתן להשיג מידע זה מרנטגן רגיל, בדיקת דם או אולטרסאונד גולגולתי</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תשובות 1, 2 ו-3 מתארות בדיקות שאינן מספקות את המידע הפיזיולוגי הנדרש (תנועת מים ברקמה) ואינן מוזכרות בפרק ככלי אבחנה מבדלת לבצקת מוחית.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ADC (Apparent Diffusion Coefficient)</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מדד המבטא את קלות תנועת מולקולות המים ברקמה, הנגזר מהדמיית דיפוזיה (DWI); ADC נמוך משקף הגבלת תנועה (כמו בבצקת ציטוטוקסית), ADC גבוה משקף תנועה חופשית (כמו בבצקת וזוגנית).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שתי בריכות שחייה: אחת מלאה בעצמים צפים שמגבילים תנועה חופשית של מים (ADC נמוך - כמו מים 'כלואים' בתוך תאים בבצקת ציטוטוקסית), והשנייה ריקה ופתוחה שבה מים זורמים בחופשיות (ADC גבוה - כמו מים בחלל חוץ-תאי פתוח בבצקת וזוגנית).</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קלינית להבחין מהר בין הסוגים באמצעות ADC?</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מחסום הדם-מוח</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blood-brain barrier</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tight junction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astrocytic foot process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pericyte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VEGF</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בצקת וזוגנית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vasogenic edema</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bevacizumab</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מחסום הגידול</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גלוקוקורטיקואידים</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glucocorticoids</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2026-08-20T01:28:15Z</dcterms:created>
  <dcterms:modified xsi:type="dcterms:W3CDTF">2026-08-20T01:28:15Z</dcterms:modified>
</cp:coreProperties>
</file>