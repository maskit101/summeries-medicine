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1</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16: בדיקה נוירופסיכולוגית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Neuropsychological Testing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הבחנת תפקידים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ההבדל המרכזי בין נוירופסיכולוג קליני למדען קוגניטיבי-מוחי?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נוירופסיכולוג קליני מבצע הערכה ואבחון קליני בפועל; מדען קוגניטיבי-מוחי חוקר בסיס מוחי של תפקוד אך אינו קליני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שניהם זהים לחלוטין בהכשרתם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מדען קוגניטיבי-מוחי הוא תמיד רופא נוירוכירורג</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נוירופסיכולוג קליני עוסק רק במחקר בסיסי בבעלי חיים</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הבחנת תפקידים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נוירופסיכולוג קליני מבצע הערכה ואבחון קליני בפועל; מדען קוגניטיבי-מוחי חוקר בסיס מוחי של תפקוד אך אינו קליני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נוירופסיכולוג קליני: רישיון מדינתי + הסמכה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מבצע הערכות ואבחון קליני בפועל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מדען קוגניטיבי-מוחי חוקר תפקוד ללא קליניקה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מבחין בבירור בין נוירופסיכולוג קליני (מטפל, בעל רישיון) למדען קוגניטיבי-מוחי (חוקר). תשובות אחרות אינן תואמות את ההגדרות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Clinical Neuropsychologist vs Cognitive Neuroscientist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אבחנת תפקידים: מי מטפל קלינית ומי חוקר את הבסיס המוחי בלבד.</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עובדים בבית חולים: האחד לובש מדים ורואה חולים כל היום (הנוירופסיכולוג הקליני), והשני יושב במעבדה וחוקר איך המוח עובד בכלל (מדען קוגניטיבי-מוחי) - שניהם חשובים, אך תפקידם שונה לגמרי.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להבחין בין השניים?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סוגי בדיקות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היתרון העיקרי של סוללת בדיקה מקיפה (כמו Halstead-Reitan) לעומת בדיקת סינון קצרה (כמו MMSE)?</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מהירה יותר וניתנת לביצוע בביקור משרד רגיל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מכסה טווח רחב הרבה יותר של תחומי תפקוד ומספקת פרופיל מפורט, במחיר עומס גדול יותר על המטופל</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לעולם אינה דורשת נורמות השוואה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מיועדת רק לילדים</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סוגי בדיקות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היא מכסה טווח רחב הרבה יותר של תחומי תפקוד ומספקת פרופיל מפורט, במחיר עומס גדול יותר על המטופל</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סוללה מקיפה: 3-7 שעות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מכסה סנסורי-מוטורי, שפה, זיכרון, מרחב, תפקוד ניהולי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עומס גבוה יותר על המטופל לעומת בדיקת סינון</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סוללה מקיפה כוללת כיסוי רחב של תחומי תפקוד במחיר זמן ומאמץ ניכר (3-7 שעות), לעומת בדיקת סינון קצרה (כמו MMSE, פחות מ-30-60 דקות) שמספקת כימות מינימלי בלבד אך מהירה וניתנת לביצוע על ידי לא-נוירופסיכולוגים.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Halstead-Reitan Battery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דוגמה לסוללת בדיקה נוירופסיכולוגית מקיפה הכוללת סט תקני ואידיוסינקרטי של מבחנים לכל תחומי התפקוד.</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בדיקות רפואיות: בדיקת דם מקיפה שלוקחת בוקר שלם ובודקת הכל, מול בדיקת סוכר מהירה בדקה. הסוללה המקיפה היא כמו הבדיקה הראשונה - מקיפה אך תובענית.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לפעמים עדיף בדיקת סינון קצרה על פני סוללה מקיפה?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זיכרון ומקרה H.M.</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לימדו הקלטות מנוירונים בודדים בהיפוקמפוס האנושי (בהמשך למקרה H.M.) על ייצוג הזיכרון?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זיכרון מיוצג באופן אחיד בכל תא עצב במוח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אותם נוירונים שיורים ביצירת זיכרון אפיזודי חוזרים ויורים גם בשליפתו החופשית - תמיכה בייצוג כתבנית אסמבלה נוירונלית ספציפית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ההיפוקמפוס אינו מעורב כלל בזיכרון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זיכרון מיוצג רק בגרעיני הבסיס</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זיכרון ומקרה H.M.</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אותם נוירונים שיורים ביצירת זיכרון אפיזודי חוזרים ויורים גם בשליפתו החופשית - תמיכה בייצוג כתבנית אסמבלה נוירונלית ספציפית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H.M.: כריתת היפוקמפוס דו-צדדית פגעה ביצירת זיכרון חדש</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הקלטות עדכניות: נוירונים חוזרים ויורים בשליפה חופשית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תמיכה בייצוג זיכרון כאסמבלה נוירונלית ספציפית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מקרה H.M. הראה שההיפוקמפוס חיוני ליצירת זיכרון אפיזודי חדש. מחקרי המשך עם אלקטרודות מושתלות הראו שאותם נוירונים שפעלו ביצירת הזיכרון (צפייה בסרטון) יורים שוב בשליפתו החופשית - תמיכה בכך שזיכרון מיוצג בתבנית ספציפית של תת-קבוצת נוירונים ולא כעותק אחיד מבוזר.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Episodic Memory Encoding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ייצוג זיכרון אפיזודי כתבנית פעילות ספציפית של תת-קבוצת נוירונים (אסמבלה), שחוזרת על עצמה גם בשליפה חופשית.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צילום קבוצתי: כל פעם שרואים את אותה תמונה, אותה קבוצת אנשים ספציפית עולה לבמה ומצטלמת יחד. ה'אסמבלה' הזו של אנשים היא הזיכרון - וכשמזכירים את הרגע, אותה קבוצה בדיוק עולה לבמה שוב.</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מקרה H.M. כל כך מכונן בהיסטוריה של הנוירופסיכולוגיה?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שפה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גילה Ojemann במיפוי קורטיקלי של שפה, ומדוע התגלית מחייבת מיפוי גירוי תוך-ניתוחי?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שאזורי שפה תמיד תואמים במדויק את גבולות Broca-Wernicke הקלאסיים אצל כל מטופל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שאזורי שפה קטנים משמעותית מ-Broca-Wernicke ומשתנים באופן אינדיווידואלי (כולל תלות במין ואינטליגנציה), כך שאנטומיה בלבד אינה מספיקה ללוקליזציה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ששפה כלל אינה ממוקמת בהמיספרה השמאלית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שאין צורך במיפוי גירוי כלל</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שפה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שאזורי שפה קטנים משמעותית מ-Broca-Wernicke ומשתנים באופן אינדיווידואלי (כולל תלות במין ואינטליגנציה), כך שאנטומיה בלבד אינה מספיקה ללוקליזציה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אזורי שפה קטנים מהגבולות המסורתיים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שונות אינדיווידואלית תלוית מין ואינטליגנציה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מחייב מיפוי גירוי חשמלי לפני כריתה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Ojemann ועמיתיו מצאו אזורי שפה קטנים ומשתנים בין מטופלים, ולכן אנטומיה בלבד אינה אמינה - יש לבצע מיפוי גירוי (stimulation mapping) בזמן אמת בכל מטופל בנפרד לפני כריתה בטוחה.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Cortical Language Mapping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טכניקת גירוי חשמלי תוך-ניתוחי לזיהוי אזורי שפה קריטיים באופן אינדיווידואלי לפני כריתה.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מפת אוצר ישנה שמסמנת אזור גדול וכללי, לעומת GPS מדויק שמראה בדיוק איפה האוצר קבור אצל כל אדם בנפרד. Ojemann גילה שצריך GPS (מיפוי גירוי) ולא מפה כללית (אנטומיה).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אי אפשר להסתמך רק על תמונת MRI כדי לדעת איפה לא לחתוך בזמן ניתוח שפה?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גירוי מוחי עמוק</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מחקר Frank ועמיתיו, מדוע DBS לפרקינסון ותרופות דופמינרגיות גורמים לאימפולסיביות דרך שני מנגנונים שונים?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DBS פוגע בבלימה בעת קונפליקט החלטתי; דופמין פוגע בלמידה מתוצאה שלילית - שני מסלולים עצמאיים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שניהם פוגעים באותו בדיוק מסלול מוחי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DBS גורם לאימפולסיביות, דופמין לעולם לא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התופעה כלל לא תועדה במחקר</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גירוי מוחי עמוק</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DBS פוגע בבלימה בעת קונפליקט החלטתי; דופמין פוגע בלמידה מתוצאה שלילית - שני מסלולים עצמאיים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DBS: פגיעה בבלימת תגובה בקונפליקט</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דופמין: פגיעה בלמידה מעונש/תוצאה שלילית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מנגנונים בלתי-תלויים לאותה תופעה קלינית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מודלים חישוביים הראו ש-DBS פוגע ביכולת להאט בעת קונפליקט (בלימה), בעוד תרופות דופמינרגיות פוגעות בלמידה מתוצאות שליליות - שני מסלולים נפרדים לחלוטין, שניהם מובילים לאותה תופעה קלינית של אימפולסיביות מוגברת.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Double Dissociation in Impulsivity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מנגנונים ביולוגיים בלתי-תלויים (DBS מול דופמין) שכל אחד גורם לאותה תופעה התנהגותית (אימפולסיביות) בדרך שונה לגמרי.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מכוניות שנתקעות באותו פקק בדיוק, אך מסיבות שונות לגמרי - לאחת נגמר הדלק (בלימה פגומה), לשנייה יש בלם תקוע (למידה פגומה). התוצאה הסופית זהה (תקיעה), אך התיקון שונה לגמרי.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זו תגלית חשובה עבור נוירוכירורגים?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מיתוס האונה הפרונטלית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המיתוס הקליני שהפרק מבטל במפורש לגבי כריתת האונה הפרונטלית הימנית?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שאסור לעולם לכרות רקמה מהאונה הפרונטלית הימנית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שכריתת שטחים גדולים מהאונה הפרונטלית הימנית 'בטוחה' יחסית כי אינה מכילה תפקודי שפה - בעוד שבפועל היא קריטית לתפקוד חברתי, תכנון והיסק</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שהאונה הפרונטלית הימנית אחראית בלעדית לשפה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שאין כלל הבדל תפקודי בין ההמיספרות</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מיתוס האונה הפרונטלית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שכריתת שטחים גדולים מהאונה הפרונטלית הימנית 'בטוחה' יחסית כי אינה מכילה תפקודי שפה - בעוד שבפועל היא קריטית לתפקוד חברתי, תכנון והיסק</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מיתוס ישן: ימין 'בטוח' כי לא מכיל שפה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במציאות: קריטי לתפקוד חברתי ותכנון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השפעה על תעסוקה/תפקוד ביתי עשויה לעלות על הפרעת שפה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המחבר מדגיש שהתפיסה הישנה שרואה כריתה נרחבת מהאונה הפרונטלית הימנית כ'בטוחה' יחסית (כי אינה 'רהיטת שפה') שגויה - קורטקס זה קריטי לתפקוד חברתי, תכנון והיסק, וההשפעה על תעסוקה ותפקוד ביתי עלולה להיות חמורה יותר מהפרעת שפה.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Non-Dominant Frontal Lobe Function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האונה הפרונטלית הלא-דומיננטית (לרוב הימנית) קריטית לתפקוד חברתי, תכנון והיסק - בניגוד למיתוס ישן שראה אותה כ'בטוחה' לכריתה.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שכנים בבניין: אחד מדבר בקול רם כל היום (אזורי השפה), והשני שקט אך מנהל בפועל את ועד הבית, מתכנן ומיישב סכסוכים (האונה הפרונטלית הימנית). קל לחשוב שהשקט פחות חשוב - אבל בלעדיו הבניין קורס.</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מנתחים בעבר טעו כשחשבו שכריתה נרחבת מימין 'בטוחה יותר'?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כימות החלמה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כמה נקודות זמן בדיקה נדרשות, לפי הפרק, כדי לזהות מגמת החלמה אמיתית לאחר ניתוח מוח?</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נקודת זמן אחת בלבד, מיד אחרי הניתוח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לפחות שלוש נקודות זמן, אם כי לא חייבים לחזור על כל הסוללה בכל פעם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עשר נקודות זמן לפחות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צורך בבדיקה חוזרת כלל</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כימות החלמה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נקודת זמן אחת בלבד, מיד אחרי הניתוח</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כלל אצבע: לפחות 3 נקודות זמן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אפשר להתמקד בתחומים הרלוונטיים בלבד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מפחית עומס על המטופל תוך שמירה על רגישות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קובע כלל אצבע של לפחות שלוש נקודות זמן בדיקה כדי לזהות מגמה אמיתית בביצוע (ולא רק תנודה אקראית), אך מציין שניתן להתמקד בתחומי הדאגה המרכזיים ולא להריץ את כל הסוללה בכל פעם.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Serial Neuropsychological Testing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בדיקה חוזרת בכמה נקודות זמן לאורך ההחלמה, המאפשרת להבדיל בין מגמת שינוי אמיתית לבין תנודה אקראית בביצוע.</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שרוצים לדעת אם צמח גדל - תסתכלי עליו פעם אחת ולא תדעי כלום; תסתכלי שלוש פעמים בשבועות שונים ותוכלי לראות אם הוא באמת גדל, נעצר, או נובל.</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לא מספיקה בדיקה אחת מיד אחרי הניתוח כדי לדעת אם המטופל מחלים?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בדיקות סינון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אילו שלוש בדיקות סינון קצרות מוזכרות בפרק כניתנות לביצוע בביקור משרד רגיל (פחות מ-30 דקות)?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Mattis Dementia Rating Scale, Frontal Assessment Battery (FAB), Mini-Mental State Examination (MMSE)</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Halstead-Reitan Battery, Wechsler Adult Intelligence Scale, Rorschach</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MRI, CT, PET בלבד</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בדיקות סינון קצרות - כל בדיקה נוירופסיכולוגית אורכת שעות</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בדיקות סינון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Mattis Dementia Rating Scale, Frontal Assessment Battery (FAB), Mini-Mental State Examination (MMSE)</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Mattis DRS - סינון דמנציה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FAB - הערכת תפקוד פרונטלי מהירה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MMSE - הבדיקה הקצרה הנפוצה ביותר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מציין את Mattis Dementia Rating Scale, Frontal Assessment Battery ו-Mini-Mental State Evaluation כדוגמאות לבדיקות סינון קצרות (עד 30 דקות) שיכולות להתבצע גם על ידי אנשי מקצוע שאינם נוירופסיכולוגים.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Brief Screening Instruments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כלים קצרים (עד 30-60 דקות) המאפשרים כימות מינימלי של תפקוד קוגניטיבי גם בידי אנשי מקצוע שאינם נוירופסיכולוגים.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מד חום ביתי מהיר לעומת בדיקת דם מקיפה במעבדה - שניהם מודדים בריאות, אך אחד נותן תשובה מהירה וגסה, והשני תשובה מדויקת אך איטית ויקרה יותר.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 זאת שווה להשתמש בבדיקת סינון קצרה אם היא פחות רגישה?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clinical neuropsychologist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cognitive neuroscientist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licensure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comprehensive battery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screening test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Halstead-Reitan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MMSE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hippocampus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episodic memory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neuronal assembly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Patient H.M.</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Ojemann</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2026-09-05T07:20:24Z</dcterms:created>
  <dcterms:modified xsi:type="dcterms:W3CDTF">2026-09-05T07:20:24Z</dcterms:modified>
</cp:coreProperties>
</file>