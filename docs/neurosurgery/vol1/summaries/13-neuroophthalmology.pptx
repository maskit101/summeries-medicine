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1</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13: נוירו-אופתלמולוגיה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Neuroophthalmology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בדיקת האישון ו-RAPD</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בבדיקת הפנס המתנדנד (swinging flashlight test), כשמעבירים את האור מהעין הבריאה לעין עם פגיעה חלקית בעצב הראייה, האישון באותה עין דווקא מתרחב במקום להתכווץ. מדוע זה קורה, ולמה בכל זאת שני האישונים נשארים שווים בגודלם הבסיסי?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עצב III באותה עין משותק לחלוטין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יש בעיה מבנית בשריר סוגר הקשתית עצמו</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RAPD תמיד מלווה בשיתוק שרירי העין החיצוניים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הגירוי האפרנטי (עצב II) חלש יותר מהעין הפגועה, כך שכשהאור עובר אליה הוא 'נתפס' כחלש יותר מהתגובה הקונסנסואלית שכבר הייתה קיימת - אך הזרוע האפרנטית (עצב III) לשני האישונים תקינה ומשותפת, ולכן גודל הבסיס נשאר שווה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בדיקת האישון ו-RAPD</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הגירוי האפרנטי (עצב II) חלש יותר מהעין הפגועה, כך שכשהאור עובר אליה הוא 'נתפס' כחלש יותר מהתגובה הקונסנסואלית שכבר הייתה קיימת - אך הזרוע האפרנטית (עצב III) לשני האישונים תקינה ומשותפת, ולכן גודל הבסיס נשאר שווה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RAPD = פגם בזרוע האפרנטית (עצב II) בלבד, לא באפרנטית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הזרוע האפרנטית (גרעין פרה-טקטלי -&gt; עצב III דו-צדדי) תקינה ומשותפת לשתי העיניים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RAPD לעולם לא גורם לאניסוקוריה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מסבירה את המנגנון המלא: גודל האישון בכל רגע נתון נקבע על ידי הזרוע האפרנטית - שיוצאת משני הגרעינים הפרה-טקטליים הדו-צדדיים דרך עצב III לשני האישונים במידה שווה. ב-RAPD הבעיה היא רק בכניסה (עצב II בעין אחת מעביר גירוי חלש יותר), כך שכשמעבירים את האור אליה, המוח 'מפרש' את הגירוי כחלש יחסית לגירוי הקודם מהעין הבריאה, והאישון מתרחב יחסית. מכיוון שהזרוע האפרנטית תקינה ומשותפת, בכל רגע נתון (ללא הבדל בתאורה) שני האישונים שווים בגודלם - ולכן RAPD אף פעם לא גורם לאניסוקוריה אמיתית. תשובות 1-3 מתארות בעיות אפרנטיות שכן יכולות לגרום לאניסוקוריה, אך אינן המנגנון של RAPD.</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דיסוציאציית זרוע אפרנטית-אפרנטית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העיקרון הפיזיולוגי שלפיו רפלקס האור מורכב מזרוע חושית (אפרנטית, עצב II) וזרוע מוטורית משותפת ודו-צדדית (אפרנטית, עצב III) - כך שפגם בזרוע האחת בלבד לא משנה את גודל הבסיס של האישונים, רק את התגובה הדינמית להעברת האור.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פעמונים המחוברים לאותו חוט משיכה משותף (הזרוע האפרנטית) - גם אם אחד מהם 'שומע' (עצב II) פחות טוב, שניהם עדיין מצלצלים באותה עוצמה בכל רגע נתון כי מי שמושך את החוט הוא אותו מנגנון משותף.</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שגודל הבסיס של האישונים נשאר שווה?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לוקליזציה בכיאזמה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אדנומה יותרתית גדולה (מקרואדנומה) מתלונן על אובדן הדרגתי בשדות הראייה ההיקפיים בשתי העיניים. מדוע דווקא לחץ במרכז הכיאזמה גורם ל'המיאנופיה ביטמפורלית' (אובדן השדה הטמפורלי בשתי העיניים), ולא לאובדן שדה אחר?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הלחץ פוגע ישירות בשני עצבי הראייה בו-זמנית לפני הכיאזמה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בדיוק במרכז הכיאזמה מצטלבים הסיבים מהרשתית האף-תחתונה (Nasal hemiretina) של כל עין - וסיבים אלו אחראים לתפיסת השדה הטמפורלי (החיצוני) של אותה עין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הכיאזמה שולטת רק על העין השמאלית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לחץ במרכז הכיאזמה פוגע בעצב III הסמוך ולא בסיבי הראייה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לוקליזציה בכיאזמה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בדיוק במרכז הכיאזמה מצטלבים הסיבים מהרשתית האף-תחתונה (Nasal hemiretina) של כל עין - וסיבים אלו אחראים לתפיסת השדה הטמפורלי (החיצוני) של אותה עין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בכיאזמה מצטלבים סיבי הרשתית האף-תחתונה משתי העיניים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סיבים אלו נושאים מידע מהשדה הטמפורלי (החיצוני) של כל עין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לחץ מרכזי פוגע רק בהם -&gt; אובדן שדה טמפורלי דו-צדדי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מתארת את העיקרון האנטומי המדויק: הרשתית האף-תחתונה (הצד הפנימי, הקרוב לאף) של כל עין רואה את השדה הטמפורלי (החיצוני) של אותה עין, והסיבים ממנה חוצים צד בדיוק במרכז הכיאזמה כדי להצטרף לטרקט הנגדי. לחץ ממקרואדנומה יותרתית שגדל כלפי מעלה (הכיאזמה יושבת כ-1 ס"מ מעל הסלה) פוגע בדיוק בסיבים המצטלבים הללו, וגורם לאובדן דו-צדדי של השדה הטמפורלי - זו בדיוק המיאנופיה ביטמפורלית. תשובה 1 שגויה כי לחץ לפני הכיאזמה היה גורם לפגם חד-עיני, לא דו-עיני סימטרי; תשובה 3 שגויה עובדתית - הכיאזמה משרתת את שתי העיניים; תשובה 4 מבלבלת בין מבנים - עצב III אינו חלק ממסלול הראייה האפרנטי.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המיאנופיה ביטמפורלית (Bitemporal Hemianopia)</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אובדן שדה הראייה הטמפורלי (החיצוני) בשתי העיניים כאחד, הנגרם מלחץ על האזור המרכזי של הכיאזמה האופטית - האתר שבו מצטלבים סיבי הרשתית האף-תחתונה של שתי העיניים.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צומת רכבות שבו רק הרכבות ש'מחליפות מסילה' (הסיבים המצטלבים) עוברות דרך תחנת ביקורת צרה במרכז - אם התחנה הזו נחסמת, רק הרכבות המחליפות נפגעות, בעוד הרכבות שממשיכות ישר (הסיבים הטמפורליים שאינם מצטלבים) עוברות בלי הפרעה.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שהכיאזמה יושבת דווקא מעל הסלה ולא בתוכה?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לוקליזציה רטרוכיאזמלית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גבר בן 45 מגיע עם אובדן הדרגתי בשדה ראייה בצד ימין. בבדיקה: המיאנופיה הומונימית ימנית שאינה חופפת לחלוטין בין שתי העיניים (לא-קונגרואנטית), RAPD קל בעין שמאל, ואטרופיה של סוג 'bow-tie' בעין שמאל. הדמיה מגלה גידול הלוחץ על הטרקט האופטי השמאלי. מדוע דווקא פגיעה בטרקט (ולא בקרינה או בקורטקס) מייצרת את השילוב הזה של RAPD + פגם לא-קונגרואנטי?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הטרקט מכיל רק סיבים מהעין הימנית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גידולים בטרקט תמיד גדולים במיוחד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בטרקט האופטי, בניגוד לקרינה ולקורטקס, סיבי הראייה עדיין לא התארגנו לחלוטין לפי מיקום בשדה הראייה (חוסר קונגרואנטיות), ובנוסף סיבי האישון (Pupillomotor) עדיין נוסעים יחד עם סיבי הראייה ורק יוצאים ממנו בהמשך אל הברכיום של הקוליקולוס העליון - כך שפגיעה בטרקט פוגעת בשניהם יחד</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הטרקט האופטי ממוקם בתוך הכיאזמה עצמה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לוקליזציה רטרוכיאזמלית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בטרקט האופטי, בניגוד לקרינה ולקורטקס, סיבי הראייה עדיין לא התארגנו לחלוטין לפי מיקום בשדה הראייה (חוסר קונגרואנטיות), ובנוסף סיבי האישון (Pupillomotor) עדיין נוסעים יחד עם סיבי הראייה ורק יוצאים ממנו בהמשך אל הברכיום של הקוליקולוס העליון - כך שפגיעה בטרקט פוגעת בשניהם יחד</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בטרקט הסיבים עדיין לא מאורגנים במלואם -&gt; פגם פחות קונגרואנטי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סיבי האישון (pupillomotor) עדיין נוסעים עם סיבי הראייה בטרקט</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הם יוצאים רק בהמשך לברכיום הקוליקולוס העליון, לפני ה-LGN</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טרקט = RAPD + פגם לא-קונגרואנטי + bow-tie ניגודי; מ-LGN והלאה - אין יותר RAPD</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משלבת שתי עובדות אנטומיות מרכזיות מהפרק: ראשית, קונגרואנטיות (חפיפה) בין הפגם בשתי העיניים עולה ככל שמתקדמים אחורה במסלול - בטרקט, שהוא עדיין קרוב יחסית לכיאזמה, הסיבים טרם 'התארגנו' באופן מלא לפי מיקום מדויק בשדה הראייה, ולכן הפגם ההומונימי לא-קונגרואנטי. שנית, סיבי האישון (pupillomotor) עוזבים את המסלול הראייתי רק בהמשך הטרקט, ביציאה לברכיום הקוליקולוס העליון (Brachium of superior colliculus) - הם עדיין נמצאים בטרקט ולכן פגיעה בו פוגעת גם בהם, ומייצרת RAPD קטן בעין הניגודית. מ-LGN והלאה, הסיבים כבר עברו סינפסה ואת ההפרדה, ולכן שם לא יהיה יותר RAPD ולא יהיה חיוורון דיסקה. תשובות 1, 3 ו-4 שגויות עובדתית לחלוטין.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תסמונת הטרקט האופטי (Optic Tract Syndrome)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שילוב קליני קלאסי של המיאנופיה הומונימית לא-קונגרואנטית ניגודית, RAPD קטן ניגודי, ואטרופיה סגמנטלית/bow-tie - הנובע מפגיעה בטרקט האופטי, לפני שסיבי האישון נפרדו מסיבי הראייה.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מ-LGN והלאה כבר לא רואים RAPD?</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פפילדמה מול נוירופתיה איסכמית מול דלקת עצב ראייה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שלושה מטופלים מגיעים עם בצקת בדיסקת הראייה: (א) גבר בן 70 עם בצקת דיסקה חד-צדדית ללא כאב, ESR מוגבר; (ב) אישה בת 28 עם כאב רטרובולברי המחמיר בתנועת עין ודיסקה שנראית תקינה בבדיקה ראשונית; (ג) ילד בן 9 עם בצקת דיסקה דו-צדדית וכאב ראש בוקר. מהי הדרך הנכונה להבחין ביניהם ברמת המנגנון?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לפי הלטרליות והמנגנון: (א) חד-צדדית מאוטם בעורקי ה-posterior ciliary = AION, מחייב בירור מיידי לענקית-תאים; (ב) חד-צדדית מדה-מיילינציה (קשר ל-MS), הדיסקה יכולה להיראות תקינה בשליש מהמקרים; (ג) דו-צדדית מלחץ CSF מועבר לעצב הראייה = פפילדמה, מחייבת בירור לגורם ללחץ התוך-גולגולתי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השלושה הם אותו מצב בדרגות חומרה שונות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להתייחס לכולם כפפילדמה ולתת סטרואידים בכל המקרים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גיל המטופל קובע את האבחנה, בלי קשר ללטרליות או לכאב</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פפילדמה מול נוירופתיה איסכמית מול דלקת עצב ראייה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לפי הלטרליות והמנגנון: (א) חד-צדדית מאוטם בעורקי ה-posterior ciliary = AION, מחייב בירור מיידי לענקית-תאים; (ב) חד-צדדית מדה-מיילינציה (קשר ל-MS), הדיסקה יכולה להיראות תקינה בשליש מהמקרים; (ג) דו-צדדית מלחץ CSF מועבר לעצב הראייה = פפילדמה, מחייבת בירור לגורם ללחץ התוך-גולגולתי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AION: חד-צדדי, ללא כאב, אוטם בעורקי ה-posterior ciliary, לבדוק ESR/CRP</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דלקת עצב ראייה: חד-צדדית, כואבת בתנועה, דה-מיילינציה, דיסקה יכולה להיראות תקינה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פפילדמה: דו-צדדית, מלחץ CSF, מחייבת שלילת מסה/IIH</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ממפה נכון את שלושת המנגנונים השונים לחלוטין: AION נובע מאוטם בעורקי ה-posterior ciliary שמזינים את ראש עצב הראייה - חד-צדדי, ללא כאב, וב-mandatory לבדוק ESR/CRP מעל גיל 55 לשלול ענקית-תאים (חירום!). דלקת עצב ראייה נובעת מדה-מיילינציה (קשר סטטיסטי חזק ל-MS) - מלווה בכאב שמחמיר בתנועת העין, והדיסקה נראית תקינה בבדיקה הראשונית בכשני שלישים מהמקרים כי הדלקת רטרובולברית. פפילדמה, לעומת שתי האחרות, נובעת מהעברת לחץ CSF מוגבר לעצב הראייה - ולכן היא כמעט תמיד דו-צדדית וסימטרית יחסית, ומחייבת בירור נוירוכירורגי/הדמייתי לגורם ללחץ (מסה, הידרוצפלוס, IIH). תשובות 2-4 שגויות - מדובר בשלושה מנגנונים ופרוטוקולי בירור נפרדים לגמרי.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בצקת דיסקה (Optic Disc Edema/Swelling)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מונח כללי לתפיחת ראש עצב הראייה; 'פפילדמה' הוא מונח ספציפי השמור אך ורק לבצקת דו-צדדית שמקורה בלחץ תוך-גולגולתי מוגבר - לא לכל בצקת דיסקה יש מקור זה.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במיוחד לא לקרוא לכל בצקת דיסקה 'פפילדמה'?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שיתוק עצב III: איסכמי מול לוחצני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שני מטופלים מגיעים עם שיתוק עצב III חדש: מטופל א' בן 62 עם סוכרת וכאב מאחורי העין, ללא מעורבות אישון; מטופל ב' בן 45 בריא, עם אישון ימני מורחב וקבוע. איזה מהם דורש הדמיה וסקולרית דחופה לשלילת מפרצת, ומה ההיגיון האנטומי?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מטופל א', כי כאב תמיד מרמז על מפרצת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מטופל ב', כי סיבי האישון הפאראסימפתטיים עוברים שטחית בעצב III ונפגעים ראשונים מלחץ חיצוני (כמו ממפרצת עורק מתקשר אחורי), בעוד שנוירופתיה איסכמית (כלי דם קטנים פנימיים, כמו בסוכרת) פוגעת בעיקר בגרעין הפנימי של העצב ובדרך כלל חוסכת את הסיבים השטחיים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שניהם דורשים אותה רמת דחיפות בדיוק</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אף אחד מהם לא דורש הדמיה כי שיתוק עצב III תמיד שפיר</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שיתוק עצב III: איסכמי מול לוחצני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מטופל ב', כי סיבי האישון הפאראסימפתטיים עוברים שטחית בעצב III ונפגעים ראשונים מלחץ חיצוני (כמו ממפרצת עורק מתקשר אחורי), בעוד שנוירופתיה איסכמית (כלי דם קטנים פנימיים, כמו בסוכרת) פוגעת בעיקר בגרעין הפנימי של העצב ובדרך כלל חוסכת את הסיבים השטחיים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סיבי אישון פאראסימפתטיים עוברים שטחית בעצב III</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לחץ חיצוני (מפרצת) פוגע ראשון בסיבים השטחיים -&gt; אישון מעורב</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איסכמיה של כלי דם פנימיים קטנים פוגעת בליבה הפנימית -&gt; pupil sparing</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מתארת את ההיגיון האנטומי-פתופיזיולוגי המדויק: הסיבים הפאראסימפתטיים לאישון עוברים בחלק ההיקפי-שטחי של עצב III, בעוד סיבי המוטוריקה לשרירי העין נמצאים יותר במרכז/פנים העצב שמוזן על ידי כלי דם פנימיים קטנים (vasa nervosum). לחץ חיצוני, כמו ממפרצת של עורק מתקשר אחורי (PCOM) הלוחצת מבחוץ, פוגע ראשון ובעדיפות בסיבים ההיקפיים - ולכן מעורבות אישון (מורחב, לא מגיב) ב-95% מהמקרים מרמזת על מנגנון לוחצני שדורש הדמיה וסקולרית דחופה (CTA/MRA/אנגיוגרפיה). לעומת זאת, נוירופתיה איסכמית (למשל סוכרתית) פוגעת בעיקר בכלי הדם הפנימיים הקטנים המזינים את ליבת העצב, ולרוב חוסכת את הסיבים השטחיים - ולכן ברוב המקרים (כ-80%) שומרת על תפקוד תקין של האישון (Pupil sparing). מטופל א' (עם pupil sparing) סביר יותר כמונונוירופתיה איסכמית וניתן לעקוב; מטופל ב' (עם מעורבות אישון) הוא חירום. תשובות 1, 3 ו-4 שגויות עובדתית.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עיקרון ה-Pupil Sparing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כלל קליני-אנטומי לפיו שימור תפקוד האישון בשיתוק עצב III מרמז על מנגנון איסכמי (כלי דם פנימיים קטנים), בעוד מעורבות אישון מרמזת על מנגנון לוחצני חיצוני (הפוגע קודם בסיבים השטחיים) - עם רגישות וסגוליות גבוהות אך לא מוחלטות.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בכלל הגיוני מבחינה 'הנדסית' שסיבים שונים בתוך אותו עצב ניזוקים אחרת בהתאם למקור הפגיעה?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אניסוקוריה ותסמונת הורנר</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מגיעה עם פטוזיס קל (2 מ"מ) ומיוזיס בעין ימין, בולט יותר בחדר חשוך. מדוע דווקא ההבדל בולט יותר בחושך (ולא באור), ומדוע ייתכן צורך לחפש גם גוש בקודקוד הריאה?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הבעיה היא בעצבוב הסימפתטי (למרחיב הקשתית) - ומרחיב הקשתית פועל בעיקר בחושך כדי להרחיב את האישון; כשהוא לא מתפקד, האישון הפגוע נשאר קטן יחסית ובולט יותר על רקע ההתרחבות של העין הבריאה. מסלול הסיב הסימפתטי השני עובר ממש ליד קודקוד הריאה, ולכן גידול Pancoast יכול לפגוע בו ולגרום לתסמונת הורנר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באור שני האישונים תמיד שווים באופן מוחלט מסיבות אופטיות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זו תמיד תופעה אקראית ללא הסבר מנגנוני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הבעיה היא בעצב III ולא בסימפתטיקה בכלל</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אניסוקוריה ותסמונת הורנר</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הבעיה היא בעצבוב הסימפתטי (למרחיב הקשתית) - ומרחיב הקשתית פועל בעיקר בחושך כדי להרחיב את האישון; כשהוא לא מתפקד, האישון הפגוע נשאר קטן יחסית ובולט יותר על רקע ההתרחבות של העין הבריאה. מסלול הסיב הסימפתטי השני עובר ממש ליד קודקוד הריאה, ולכן גידול Pancoast יכול לפגוע בו ולגרום לתסמונת הורנר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מרחיב הקשתית (סימפתטי) פועל בעיקר בחושך</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פגיעה בו -&gt; האישון הפגוע לא מתרחב -&gt; הבדל בולט בחושך</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נוירון 2 עובר ליד קודקוד הריאה -&gt; גידול Pancoast יכול לפגוע בו</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מסבירה את שני חלקי השאלה במנגנון אחד עקבי: גודל האישון נקבע משיווי משקל בין הפאראסימפתטיקה (סוגר, חזק, פועל באור) לסימפתטיקה (מרחיב, חלש יותר, פועל בעיקר בחושך כדי להגדיל את כניסת האור). כשהעצבוב הסימפתטי לוקה בחסר (הורנר), האישון הפגוע פשוט לא מצליח להתרחב כרגיל בחושך - ולכן ההבדל מול העין הבריאה (שמתרחבת כרגיל) הכי בולט שם. מבחינה אנטומית, השרשרת הסימפתטית התלת-נוירונלית עוברת דרך שלוש תחנות: היפותלמוס למרכז הציליוספינלי (C8-T1), משם דרך קודקוד הריאה לגנגליון הצווארי העליון, ומשם לקשתית. בגלל שהנוירון השני חוצה ממש ליד קודקוד הריאה, גידול Pancoast (בקודקוד הריאה) הוא סיבה קלאסית וחשובה לתסמונת הורנר שיש לשלול, במיוחד כשמדובר בפגיעה פרה-גנגליונית או מרכזית (בניגוד לפוסט-גנגליונית, שלרוב שפירה יותר).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תסמונת הורנר (Horner's Syndrome)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שילוב קליני של מיוזיס קל, פטוזיס קל (1-2 מ"מ, מפגיעה בשריר מולר) ולעיתים אנהידרוזיס, הנובע מפגיעה בשרשרת הסימפתטית התלת-נוירונלית לאישון ולעפעף - בכל אחת משלושת התחנות שלה.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מסלול חשמל בבית עם שלושה מפסקים ברצף (מרכז-ציליוספינלי, גנגליון צווארי, קשתית) - אם אחד מהם 'נופל' בגלל גוש שלוחץ על החוט בדרך (למשל בקודקוד הריאה), הנורה בקצה (מרחיב הקשתית) לא תדלק כרגיל, גם אם כל שאר החוט תקין.</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להבדיל בין פגיעה פרה-גנגליונית לפוסט-גנגליונית בהורנר?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AION וענקית-תאים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גבר בן 71 מגיע עם ירידה פתאומית ללא כאב בראייה בעין ימין, בצקת דיסקה חד-צדדית, ESR ו-CRP מוגברים משמעותית, וכן כאב רקתי וקלאודיקציה בלעיסה. מהי פעולת הטיפול הדחופה ביותר, ומדוע אין לחכות לביופסיה?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להמתין לתוצאות ביופסיית עורק רקתי לפני כל טיפול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לתת אנטיביוטיקה רחבת טווח מיידית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להפנות מיידית לניתוח עצב הראייה (fenestration)</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להתחיל מיידית טיפול סטרואידלי במינון גבוה (לרוב תוך-ורידי), ולתזמן ביופסיית עורק רקתי בימים שלאחר מכן - כי דלקת עורקים ענקית-תאית לא מטופלת עלולה לגרום לעיוורון מהיר, רציף או בו-זמני בעין השנייה, ועיכוב הטיפול בהמתנה לביופסיה מסכן את הראייה שנותרה</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AION וענקית-תאים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להתחיל מיידית טיפול סטרואידלי במינון גבוה (לרוב תוך-ורידי), ולתזמן ביופסיית עורק רקתי בימים שלאחר מכן - כי דלקת עורקים ענקית-תאית לא מטופלת עלולה לגרום לעיוורון מהיר, רציף או בו-זמני בעין השנייה, ועיכוב הטיפול בהמתנה לביופסיה מסכן את הראייה שנותרה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עורקי ה-posterior ciliary נחסמים ע"י הדלקת הענקית-תאית -&gt; אוטם בעצב הראייה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סיכון עיקרי: מעורבות דו-צדדית מהירה - עד 50% מהעין השנייה תוך ימים-שבועות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טיפול: סטרואידים במינון גבוה מיידית, ביופסיה נשארת אבחנתית גם אחרי תחילת הטיפול</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משקפת בדיוק את עקרון החירום בפרק: דלקת עורקים ענקית-תאית (Giant cell/temporal arteritis) גורמת ל-AION 'ארטריטי' על ידי חסימה דלקתית של עורקי ה-posterior ciliary. הסיכון המרכזי הוא שאם לא מטפלים מיידית, הדלקת עלולה לגרום לעיוורון מהיר, רציף או בו-זמני גם בעין השנייה תוך ימים בודדים - ולכן ברגע שיש חשד קליני סביר (גיל, ESR/CRP מוגברים, כאב רקתי, קלאודיקציה בלעיסה) יש להתחיל מיד טיפול סטרואידלי במינון גבוה (לרוב תוך-ורידי בשלב החריף), בלי להמתין לתוצאות ביופסיה - הביופסיה מהעורק הרקתי עדיין תישאר אבחנתית גם אם מבוצעת ימים אחדים לאחר תחילת הטיפול הסטרואידלי. תשובות 1-3 שגויות: המתנה לביופסיה (1) מסכנת את העין השנייה; אנטיביוטיקה (2) אינה רלוונטית למחלה אוטואימונית-דלקתית; פנסטרציה של עצב הראייה (3) הוכחה כלא יעילה ואף עלולה להזיק ב-AION.</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דלקת עורקים ענקית-תאית (Giant Cell/Temporal Arteritis)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מחלה דלקתית אוטואימונית של כלי דם בינוניים-גדולים (בעיקר עורק רקתי) הפוגעת בעיקר במבוגרים מעל גיל 55-60, ועלולה לגרום לחסימה של עורקי ה-posterior ciliary וכתוצאה מכך ל-AION 'ארטריטי' - חירום רפואי המחייב טיפול סטרואידלי מיידי למניעת עיוורון דו-צדדי.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מותר (ואף רצוי) להתחיל סטרואידים לפני שיש אבחנה היסטולוגית סופית?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לוקליזציה בקרינה האופטית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עברה כריתת אונה טמפורלית שמאלית לטיפול באפילפסיה עמידה לתרופות. איזה פגם בשדה ראייה סביר ביותר שתפתח, ומדוע דווקא באזור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עיוורון מלא בעין שמאל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המיאנופיה ביטמפורלית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רביע עליון הומונימי בצד ימין ('Pie in the sky') - כי לולאת מאייר, המכילה את הסיבים התחתונים של הקרינה האופטית (האחראים לשדה הראייה העליון), סובבת בקשת רחבה סביב הקרן הטמפורלית של החדר הצדדי בדרכה לקורטקס, ולכן חשופה במיוחד לפגיעה בכריתה טמפורלית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רביע תחתון הומונימי בצד ימין ('Pie on the floor')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לוקליזציה בקרינה האופטית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רביע עליון הומונימי בצד ימין ('Pie in the sky') - כי לולאת מאייר, המכילה את הסיבים התחתונים של הקרינה האופטית (האחראים לשדה הראייה העליון), סובבת בקשת רחבה סביב הקרן הטמפורלית של החדר הצדדי בדרכה לקורטקס, ולכן חשופה במיוחד לפגיעה בכריתה טמפורלית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לולאת מאייר מכילה סיבים תחתונים (שדה עליון) של הקרינה האופטית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היא סובבת סביב הקרן הטמפורלית של החדר הצדדי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כריתה טמפורלית פוגעת בה -&gt; חסר ברביע עליון הומונימי ניגודי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מבוססת על מסלול אנטומי ספציפי: הסיבים התחתונים של הקרינה האופטית (הנושאים מידע מהשדה הראייתי העליון) לא הולכים בדרך ישרה מה-LGN לקורטקס, אלא סוטים קדימה ועושים לולאה רחבה (לולאת מאייר) סביב הקרן הטמפורלית של החדר הצדדי, לפני שהם פונים אחורה לקורטקס האוקסיפיטלי התחתון. המיקום הזה חושף אותם במיוחד לפגיעה בכל ניתוח שנכנס לאונה הטמפורלית - כולל כריתת אונה טמפורלית לאפילפסיה. הפגיעה גורמת לחסר ברביע העליון בצד הנגדי לניתוח (Pie in the sky), בעוד שפגיעה בקרינה הפריאטלית (המכילה את הסיבים העליונים, לשדה התחתון) הייתה גורמת לתמונה ההפוכה (Pie on the floor, תשובה 4). תשובות 1 ו-2 מתארות פגיעות באתרים שונים לגמרי (עצב ראייה, כיאזמה) שלא רלוונטיים לניתוח טמפורלי.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לולאת מאייר (Meyer's Loop)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מקטע של הקרינה האופטית שבו הסיבים התחתונים (נושאי מידע מהשדה הראייתי העליון) עושים לולאה קדמית סביב הקרן הטמפורלית של החדר הצדדי בדרכם לקורטקס האוקסיפיטלי - ולכן חשופים לפגיעה בניתוחים באונה הטמפורלית.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יש הבדל בין 'סיבים עליונים' ל'סיבים תחתונים' בקרינה האופטית?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RAPD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זרוע אפרנטית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גרעין פרה-טקטלי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אניסוקוריה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המיאנופיה ביטמפורלית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כיאזמה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אדנומה יותרתית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רשתית אף-תחתונה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הצטלבות סיבים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תסמונת הטרקט האופטי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לא-קונגרואנטי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bow-tie atrophy</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2026-08-30T16:12:23Z</dcterms:created>
  <dcterms:modified xsi:type="dcterms:W3CDTF">2026-08-30T16:12:23Z</dcterms:modified>
</cp:coreProperties>
</file>