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כרך 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18: הדמיה של עמוד השדרה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 of the Spine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עם ממצא MRI של 'bulge' סימטרי בדיסק L4-L5. איך יש לפרש ממצא זה?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זהו בקע (הרניאציה) גדול הדורש ניתוח דחוף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זהו ממצא תקין לחלוטין ואינו קשור לניוון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זהו שינוי דיפוזי המשתרע על פני רוב/כל היקף הדיסק (50-100%), ואינו נחשב סוג של הרניאציה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זהו ממצא שרואים רק ב-CT ולא ב-MRI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זהו שינוי דיפוזי המשתרע על פני רוב/כל היקף הדיסק (50-100%), ואינו נחשב סוג של הרניאציה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Bulge משתרע על 50-100% מהיקף הדיסק ואינו נחשב הרניאציה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לפי הטרמינולוגיה של Fardon, 'bulge' מוגדר כתזוזה של חומר דיסק המקיפה 50% עד 100% (כלומר לפחות מחצית) מהיקף הדיסק. בניגוד לבקע (herniation) שהוא מקומי, bulge הוא שינוי דיפוזי ונחשב חלק מספקטרום הניוון הרגיל, ולא סוג של הרניאציה.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Disk Bulge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תזוזת חומר דיסק המקיפה 50-100% מהיקף הדיסק - שינוי דיפוזי שאינו נחשב הרניאציה.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צמיג שהתנפח באופן שווה סביב-סביב - זה לא 'קרע' ממוקד אלא שינוי כללי בכל ההיקף.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מבחינה טיפולית להבדיל בין bulge לבין herniation אמיתי?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הקריטריון הגיאומטרי המדויק המבדיל בין protrusion ל-extrusion של דיסק?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extrusion מופיע רק בצוואר, protrusion רק בגב התחתון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הבדל גיאומטרי, ההבדל תלוי רק בגודל הכללי של הבליטה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protrusion תמיד גדול יותר מ-extrusion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ב-protrusion המרחק הגדול ביותר בין קצוות הבליטה קטן מהמרחק בין קצוות הבסיס; ב-extrusion המרחק בין הקצוות גדול מהמרחק בבסיס, או שאין רציפות עם הדיסק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ב-protrusion המרחק הגדול ביותר בין קצוות הבליטה קטן מהמרחק בין קצוות הבסיס; ב-extrusion המרחק בין הקצוות גדול מהמרחק בבסיס, או שאין רציפות עם הדיסק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ב-protrusion הבסיס רחב מהקצה; ב-extrusion הקצה רחב מהבסיס או שאין רציפות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ההבחנה מבוססת על מדידה גיאומטרית: אם הבסיס (החיבור לדיסק המקורי) רחב יותר מהקצה הבולט ביותר - זו protrusion. אם הקצה הבולט רחב מהבסיס, או שאין כלל רציפות בין החומר הבולט לדיסק - זו extrusion. ההבחנה הזו משפיעה על הפרוגנוזה וההסתברות לספיגה ספונטנית.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Extrusion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מצב שבו המרחק בין קצוות חומר הדיסק הבולט גדול מהמרחק בבסיס, או שאין רציפות עם הדיסק המקורי.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בלון שנלחץ מבעד לחור צר - אם הבלון עדיין רחב יותר בבסיס מאשר בקצה שיצא, זו protrusion; אם הקצה שיצא התנפח יותר מהבסיס, זו extrusion.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extrusion נוטה יותר להיספג ספונטנית לעומת protrusion?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מטופלים עם היצרות תעלה חווים הקלה בכיפוף קדימה (כגון הליכה עם עגלת קניות)?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כיפוף מגביר את זרימת הדם לרגליים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יישור-יתר (extension) מחמיר את ההיצרות המרכזית/פורמינלית (כ-11%), וכיפוף (flexion) משפר אותה (כ-11%) - ולכן כיפוף מרחיב את התעלה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כיפוף מקטין את משקל הגוף על עמוד השדרה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קשר בין תנוחה לחומרת ההיצרות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יישור-יתר (extension) מחמיר את ההיצרות המרכזית/פורמינלית (כ-11%), וכיפוף (flexion) משפר אותה (כ-11%) - ולכן כיפוף מרחיב את התעלה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יישור-יתר מחמיר היצרות, כיפוף משפר אותה - כ-11% בכל כיוון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מדידות דינמיות שתוארו בפרק מראות שמידת ההיצרות אינה קבועה: extension מחמיר את ההיצרות המרכזית והפורמינלית בכ-11%, בעוד flexion משפר אותה בכ-11% בממוצע. זה מסביר מדוע מטופלים עם קלאודיקציה נוירוגנית מדווחים על הקלה כשהם נשענים קדימה, למשל על עגלת קניות.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קלאודיקציה נוירוגנית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כאב/חולשה ברגליים המחמיר בהליכה/יישור ומוקל בכיפוף קדימה, על רקע היצרות תעלת השדרה.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צינור גומי - כשמכופפים אותו הוא נפתח מעט יותר, וכשמותחים אותו לאחור הוא נלחץ ומצטמצם.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המשמעות הקלינית של כך שההיצרות אינה קבועה אלא תלוית-תנוחה?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עם מעורבות הדמייתית של גוף חוליה. איזה ממצא מטה את האבחנה לכיוון זיהום ולא גידול גרורתי?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מעורבות המשכית של הדיסק ושתי החוליות הסמוכות, עם טשטוש הגבול ביניהן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שמירה על גובה הדיסק התקין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מעורבות גוף חוליה בודד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היעדר כל שינוי בעצם הסמוכה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מעורבות המשכית של הדיסק ושתי החוליות הסמוכות, עם טשטוש הגבול ביניהן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זיהום חוצה את מרחב הדיסק ופוגע בשתי החוליות הסמוכות - זהו הרמז המבדיל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זיהום חולייתי (אוסטאומייליטיס/דיסקיטיס) מתחיל סמוך ללוחית הקצה ומתפשט הן לדיסק והן לחוליה השכנה, ולכן חוצה את מרחב הדיסק ומטשטש את הגבול חוליה-דיסק. גידול גרורתי, לעומת זאת, נוטה לשמר את מרחב הדיסק ולתקוף בעיקר גוף חוליה בודד - זהו כלל אבחנתי מרכזי בפרק.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Vertebral Osteomyelitis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זיהום המערב את הדיסק ואת שתי החוליות הסמוכות לו, עם טשטוש הגבול ביניהן ב-MRI.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אש שמתפשטת דרך גשר בין שני בניינים (הדיסק) ושורפת את שניהם - זה זיהום. גידול תוקף רק בניין אחד ומשאיר את הגשר שלם.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מדוע חשוב מאוד להבחין בין זיהום לגידול חולייתי מבחינה טיפולית?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גידול הגורם להרחבה (widening) של חוט השדרה עצמו, ללא מעורבות עצם וללא ממצא בצילום רנטגן - לאיזו קטגוריית מיקום הוא משתייך?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תוך-דורלי חוץ-מדולרי (כמו מנינגיומה)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אפידורלי (כמו גרורה)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תוך-מדולרי (כמו אפנדימומה/אסטרוציטומה)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חוץ-דורלי הקשור לעצם בלבד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תוך-מדולרי (כמו אפנדימומה/אסטרוציטומה)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הרחבת חוט השדרה עצמו אופיינית לגידול תוך-מדולרי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גידולים תוך-מדולריים (כמו אפנדימומה ואסטרוציטומה) גדלים בתוך רקמת חוט השדרה עצמה, ולכן גורמים להרחבתו (widening) - ממצא שאינו נראה כלל בצילום רנטגן או ב-CT, ומזוהה רק ב-MRI. זאת בניגוד לגידולים תוך-דורליים חוץ-מדולריים (הדוחקים את חוט השדרה לצד) ולגידולים אפידורליים (המערבים את העצם).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גידול תוך-מדולרי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גידול הגדל בתוך רקמת חוט השדרה עצמה, גורם להרחבתו; נראה רק ב-MRI.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צינור מים שמתנפח מבפנים - אי אפשר לראות זאת מבחוץ (רנטגן/CT), רק במכשיר שרואה דרך הדופן (MRI).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לדעת אם גידול הוא תוך-מדולרי לפני תכנון גישה כירורגית?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עם מוטות תיוך (steel rods) לאחר ניתוח גב. מה ההבדל העיקרי בין סוג הארטיפקט שהמתכת יוצרת ב-CT לעומת ב-MRI?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המתכת יוצרת אותו סוג ארטיפקט בשתי השיטות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ב-CT נוצר ארטיפקט 'הקשחת קרן' (beam hardening) המטשטש רקמה סמוכה; ב-MRI נוצרת 'רגישות מגנטית' הגורמת לעיוות גיאומטרי ואיבוד אות, במיוחד ברצפי gradient echo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מתכת יוצרת ארטיפקט רק ב-MRI ולא ב-CT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מתכת אינה משפיעה על איכות ההדמיה בשתי השיטות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ב-CT נוצר ארטיפקט 'הקשחת קרן' (beam hardening) המטשטש רקמה סמוכה; ב-MRI נוצרת 'רגישות מגנטית' הגורמת לעיוות גיאומטרי ואיבוד אות, במיוחד ברצפי gradient echo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 הקשחת קרן; MRI: רגישות מגנטית עם עיוות ואיבוד אות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ב-CT, מתכת גורמת לארטיפקט 'הקשחת קרן' (beam hardening) שמטשטש רקמות סמוכות, אך ניתן להפחיתו עם טכניקות multidetector וסופטוור ייעודי. ב-MRI, 'רגישות מגנטית' (magnetic susceptibility) גורמת לעיוות גיאומטרי ואיבוד אות מדפאזינג, כאשר רצפי gradient echo רגישים לכך במיוחד - זהו הבדל מהותי בין שתי השיטות.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Magnetic Susceptibility Artifact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עיוות גיאומטרי ואיבוד אות ב-MRI סביב מתכת, כתוצאה משיבוש בשדה המגנטי המקומי.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אבן שנזרקת לבריכה שקטה (CT - השפעה מקומית שאפשר לתקן) לעומת אותה אבן שנזרקת למים זורמים חזק (MRI - יוצרת גלים מתפשטים ומעוותים סביבה).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gradient echo רגיש יותר לארטיפקט מתכת מרצפים אחרים ב-MRI?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אילו שלושה דפוסים הדמייתיים תוארו לארכנואידיטיס (arachnoiditis) בעמוד שדרה?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דפוס אחד - הרחבת שק ה-CSF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הסתיידות, גז, ונוזל בלבד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אוטם ורידי, אוטם עורקי, ותסחיף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גיבוב שורשי עצבים בתוך שק ה-CSF; שק 'חלק' וחסר-תווים ללא שורשים נראים; ומסות רקמה רכה החוסמות זרימת חומר ניגוד מיאלוגרפי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שדרה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גיבוב שורשי עצבים בתוך שק ה-CSF; שק 'חלק' וחסר-תווים ללא שורשים נראים; ומסות רקמה רכה החוסמות זרימת חומר ניגוד מיאלוגרפי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שלושת הדפוסים: גיבוב שורשים, שק חלק, ומסות רקמה חוסמות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ארכנואידיטיס נובעת מהידבקות וגיבוב של שורשי העצבים בעקבות דלקת (למשל אחרי ניתוחים חוזרים או זיהום). שלושה דפוסים תוארו: (1) גיבוב שורשים בתוך השק, (2) שק 'חלק' שבו לא ניתן לזהות שורשים בודדים, ו-(3) מסות רקמה רכה שיוצרות פגמי מילוי וחוסמות את זרימת חומר הניגוד המיאלוגרפי. אלה כנראה נקודות על אותו ספקטרום ולא ישויות נפרדות.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Arachnoiditis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הידבקות וגיבוב של שורשי עצבים בתוך שק ה-CSF בעקבות דלקת, עם שלושה דפוסי הדמיה אפשריים.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חוטי שיער שנדבקו זה לזה בחפיפה (גיבוב), לעומת חוטים שהתמוססו לגמרי לגוש אחיד (שק חלק), לעומת גוש דבק שחוסם מעבר של נוזל (מסת רקמה חוסמת).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מהם הגורמים השכיחים המובילים לארכנואידיטיס בעמוד שדרה?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bulge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Fardon nomenclature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herniation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protrusion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herniation geometry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stenosis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neurogenic claudication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imaging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vertebral osteomyelitis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discitis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2026-09-06T21:22:51Z</dcterms:created>
  <dcterms:modified xsi:type="dcterms:W3CDTF">2026-09-06T21:22:51Z</dcterms:modified>
</cp:coreProperties>
</file>