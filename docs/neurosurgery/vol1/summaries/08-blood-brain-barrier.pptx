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8: מחסום הדם-מוח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Brain Barrier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חלבוני Tight Junction - קלאודין מול אוקלודין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במחקרי ביטוי-יתר (overexpression) בתרבית תאים, ביטוי-יתר של קלאודין יצר שכבות תאים דמויות Tight Junction, בעוד ביטוי-יתר של אוקלודין לא הצליח לעשות זאת. מה המסקנה המבנית-תפקודית הנכונה ביותר מתוצאה זו?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אוקלודין הוא חלבון מיותר לחלוטין במחסום דם-מוח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קלאודין מהווה את השלד המבני הבסיסי (הרציף) של ה-Tight Junction, בעוד אוקלודין משמש בעיקר כמווסת דינמי המעוגן אליו דרך ZO-1/ZO-2 ומשפיע על מידת הפתיחה-סגירה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אוקלודין קובע את חדירות ה-TJ ולקלאודין אין שום תפקיד בוויסות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החלבונים זהים לחלוטין בתפקודם ומחליפים זה את זה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חלבוני Tight Junction - קלאודין מול אוקלודין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קלאודין מהווה את השלד המבני הבסיסי (הרציף) של ה-Tight Junction, בעוד אוקלודין משמש בעיקר כמווסת דינמי המעוגן אליו דרך ZO-1/ZO-2 ומשפיע על מידת הפתיחה-סגירה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קלאודין (claudin-5) מסודר ברציפות לאורך גבול התא - זהו השלד המבני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ביטוי-יתר של קלאודין לבדו הספיק ליצור שכבות דמויות-TJ בניסוי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אוקלודין מרוכז נקודתית, מעוגן ל-ZO-1/ZO-2, ותפקידו רגולטורי-דינמי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דרגת הזרחון של אוקלודין/ZO-1 קובעת בפועל כמה ה-TJ פתוח או סגור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(1). תשובה 0 שגויה - אוקלודין חשוב מאוד לוויסות הדינמי והוא מזוהה בבירור בפתולוגיות (למשל ירידה בביטויו בגידולים בדרגה גבוהה). תשובה 2 שגויה - שני החלבונים משתתפים בוויסות, לא רק אוקלודין. תשובה 3 שגויה - הניסוי המתואר בשאלה עצמה מוכיח שהם שונים מבנית ותפקודית.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Claudin-5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חלבון טרנסממברני קטן שמהווה את השלד הרציף של ה-Tight Junction באנדותל המוחי; ירידה בביטויו נצפית באסטרוציטומה אנפלסטית וגליובלסטומה.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חומת לבנים (קלאודין) שמונחת ברציפות לכל אורך התעלה, ולידה שומרים ניידים (אוקלודין) שמסתובבים ומחזקים נקודות תפר בין לבנה ללבנה - השומרים חשובים אך הם לא מה שבונה את הקיר עצמו.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קלינית לדעת שדווקא קלאודין הוא השלד המבני?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הובלת גלוקוז - GLUT-1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גלוקוז חוצה את המחסום דם-מוח דרך GLUT-1. איזה מהמשפטים הבאים מתאר נכון את אופי ההובלה הזו ואת המשמעות הקלינית שלה?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GLUT-1 צורך ATP ומעביר גלוקוז נגד שיפוע ריכוז, ולכן פגיעה במיטוכונדריה פוגעת ישירות בהובלתו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GLUT-1 הוא קולטן שמפעיל טרנסציטוזה, בדומה לקולטן האינסולין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GLUT-1 הוא נשא בלתי-תלוי בנתרן שמעביר גלוקוז לפי שיפוע ריכוז (דיפוזיה מקלה) ומרוכז פי 3-4 יותר בצד האבלומינלי - ולכן שלב זה נחשב לרוב לגורם המגביל-קצב באספקת האנרגיה למוח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GLUT-1 קיים רק בנוירונים ולא באנדותל המוחי כלל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הובלת גלוקוז - GLUT-1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GLUT-1 הוא נשא בלתי-תלוי בנתרן שמעביר גלוקוז לפי שיפוע ריכוז (דיפוזיה מקלה) ומרוכז פי 3-4 יותר בצד האבלומינלי - ולכן שלב זה נחשב לרוב לגורם המגביל-קצב באספקת האנרגיה למוח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גלוקוז הוא מקור האנרגיה המרכזי של המוח - הובלתו קריטית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GLUT-1 מעביר לפי שיפוע ריכוז - זו דיפוזיה מקלה, לא הובלה פעילה, ולא תלויה בנתרן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ריכוז GLUT-1 גבוה פי 3-4 בצד האבלומינלי (פונה למוח)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בגלל שטח פנים קטן יחסית, הובלת הגלוקוז היא לרוב השלב המגביל-קצב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(2). תשובה 0 שגויה - GLUT-1 הוא דיפוזיה מקלה (ללא ATP), לא הובלה פעילה. תשובה 1 שגויה - GLUT-1 הוא נשא ממברנלי קלאסי, לא מנגנון טרנסציטוזה מתווכת-קולטן כמו קולטן האינסולין/טרנספרין. תשובה 3 שגויה - GLUT-1 מבוטא באנדותל (ובמיקרוגליה), בעוד GLUT-3 הוא זה שמבוטא בעיקר בנוירונים.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GLUT-1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נשא גלוקוז בלתי-תלוי בנתרן, בעל משקל 45-55 קילודלטון, המרוכז באנדותל כלי הדם המוחיים ואחראי על העברת גלוקוז דרך המחסום דם-מוח.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מעלית אקספרס (GLUT-1) שנוסעת רק בכיוון שבו יש יותר אנשים למטה מלמעלה (שיפוע ריכוז) - היא לא צריכה מנוע חשמלי משלה (ATP), רק דלת שנפתחת בכיוון הנכון.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קלינית שהובלת הגלוקוז היא לרוב הגורם המגביל-קצב?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תפקיד האסטרוציטים באינדוקציית המחסום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בניסוי קלאסי של Janzer ו-Raff, תאי אנדותל שאינם ממקור מוחי הושתלו בתא הקדמי של העין. מה קרה כאשר הם באו במגע עם אגרגטים של אסטרוציטים, ומה המסקנה הפיזיולוגית העיקרית מכך?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האנדותל הלא-מוחי פיתח מאפייני מחסום דם-מוח תפקודיים - מה שמראה שאסטרוציטים הם גורם אינדוקטיבי (משרה) לתכונות המחסום, לא רק תוצר לוואי שלו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נצפה שום שינוי, מה שמראה שאסטרוציטים אינם קשורים כלל לתכונות המחסום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האנדותל התפרק לחלוטין בנוכחות אסטרוציטים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האסטרוציטים הפכו לתאי אנדותל בעצמם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תפקיד האסטרוציטים באינדוקציית המחסום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האנדותל הלא-מוחי פיתח מאפייני מחסום דם-מוח תפקודיים - מה שמראה שאסטרוציטים הם גורם אינדוקטיבי (משרה) לתכונות המחסום, לא רק תוצר לוואי שלו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אנדותל היקפי/לא-מוחי בדרך כלל אינו יוצר TJ אטומים כמו אנדותל מוחי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בנוכחות אגרגטים אסטרוציטיים בעין הקדמית - הוא כן פיתח BBB תפקודי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זו הוכחה ניסויית ישירה שאסטרוציטים משרים (induce) את תכונות המחסום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יותר מ-90% משלוחות הרגל האסטרוציטיות עוטפות אנדותל מוחי - זיקה כמעט מוחלטת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(0). תשובה 1 שגויה - בדיוק ההפך: הניסוי הראה תלות ברורה. תשובה 2 שגויה - לא תואר הרס, אלא פיתוח תכונות מחסום. תשובה 3 שגויה - אין טרנספורמציה של תא לתא, אלא אינדוקציה תפקודית של האנדותל הקיים.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אינדוקציה אסטרוציטית (Astrocyte induction)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תהליך שבו נוכחות אסטרוציטים (או האותות שהם מפרישים) גורמת לאנדותל להתפתח לכיוון פנוטיפ אוטם-מחסום, כולל הידוק Tight Junctions.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שחקן כדורגל מוכשר (אנדותל) שלא יודע לשחק בהגנה מאורגנת עד שמגיע מאמן (אסטרוציט) שמלמד אותו את התנועות - רק בנוכחות המאמן השחקן 'לומד' לסגור את השורות.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קלינית שאסטרוציטים משרים ולא רק שומרים על המחסום?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משאבת P-glycoprotein (Pgp)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תרופה כימותרפית ליפופילית, ניטרלית ושטוחה במבנה שלה, נכשלת לחדור למוח ביעילות למרות שהיא עומדת בקריטריוני המשקל המולקולרי (מתחת ל-400-500 דלטון) והליפופיליות הנדרשים למעבר פסיבי. מה ההסבר הסביר ביותר?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התרופה ודאי לא ליפופילית בכלל, ולכן הטענה בשאלה סותרת את עצמה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התרופה נהרסת מיידית על ידי אנזימי מטבוליזם בכבד לפני שהיא מגיעה למוח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הסבר - כל תרופה שעומדת בקריטריוני המשקל והליפופיליות תמיד עוברת ביעילות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התרופה ככל הנראה סובסטרט למשאבת ה-Pgp, הממוקמת בעיקר על הממברנה הלומינלית של האנדותל ושואבת החוצה בדיוק מולקולות ליפופיליות, שטוחות, ניטרליות/קטיוניות כאלה - מה שמגביל את הצטברותה במוח חרף המעבר הפסיבי הטוב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משאבת P-glycoprotein (Pgp)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התרופה ככל הנראה סובסטרט למשאבת ה-Pgp, הממוקמת בעיקר על הממברנה הלומינלית של האנדותל ושואבת החוצה בדיוק מולקולות ליפופיליות, שטוחות, ניטרליות/קטיוניות כאלה - מה שמגביל את הצטברותה במוח חרף המעבר הפסיבי הטוב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עמידה בקריטריוני משקל וליפופיליות מספיקה רק למעבר פסיבי - לא שוללת הובלה פעילה החוצה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Pgp ממוקם בעיקר בממברנה הלומינלית - פונה ל'שאוב' חומרים חזרה לדם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סובסטרטים אופייניים ל-Pgp: ליפופיליים, שטוחים, ניטרליים/קטיוניים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מחיקת Pgp במודלים מעלה רגישות פי 100 - מוכיח שהוא הגורם המגביל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(3). תשובה 0 שגויה - אין סתירה, ליפופיליות ומעורבות Pgp אינן סותרות זו את זו; דווקא תרופות ליפופיליות הן לרוב הסובסטרטים הטובים ביותר ל-Pgp. תשובה 1 אינה קשורה למחסום עצמו אלא למטבוליזם כבדי. תשובה 2 שגויה עובדתית - זו בדיוק המסקנה שהפרק מפריך: ליפופיליות ומשקל מולקולרי הם תנאי הכרחי אך לא מספיק, כי משאבות היעפה כמו Pgp יכולות עדיין להוציא את התרופה.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P-glycoprotein (Pgp/MDR1)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חלבון היעפה ממשפחת ABC, ממוקם בעיקר בממברנה הלומינלית של אנדותל מוחי, המוציא מולקולות ליפופיליות ניטרליות/קטיוניות בחזרה ללומן הדם ומגביל את הצטברותן במוח.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שואב אבק הידרופובי שיושב בדיוק בפתח הבית ותפקידו לשאוב החוצה כל דבר 'חלקלק' (ליפופילי) שמנסה להיכנס - גם אם התרופה 'קטנה מספיק' וגם 'חלקלקה מספיק' כדי לחמוק פנימה בהתחלה, השואב תופס אותה ומחזיר אותה החוצה.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קלינית להבין את מנגנון Pgp?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פתיחה אוסמוטית של המחסום - מניטול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פתיחת המחסום דם-מוח באמצעות מניטול מבוצעת דווקא כעירוי תוך-עורקי (intra-arterial) לעורק הצוואר הפנימי, ולא כעירוי תוך-ורידי מערכתי?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מניטול תוך-ורידי אינו יעיל בכלל בפתיחת TJ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החדירות מושפעת רק בכלי הדם הדיסטליים לאתר ההזרקה - עירוי תוך-עורקי ממוקד מאפשר לפתוח את המחסום רק באזור המוח הרצוי (למשל סביב גידול), ולא בכל המוח ובשאר הגוף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מניטול תוך-ורידי גורם תמיד לאי ספיקת כליות מיידית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שום סיבה - שתי הדרכים שקולות לחלוטין מבחינה קלינית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פתיחה אוסמוטית של המחסום - מניטול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כי החדירות מושפעת רק בכלי הדם הדיסטליים לאתר ההזרקה - עירוי תוך-עורקי ממוקד מאפשר לפתוח את המחסום רק באזור המוח הרצוי (למשל סביב גידול), ולא בכל המוח ובשאר הגוף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מיקום ההזרקה קובע היכן החדירות תושפע - רק דיסטלית לו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עירוי תוך-עורקי לעורק הצוואר הפנימי ממקד את הפתיחה לטריטוריה שהוא מזין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כך אפשר לפתוח את המחסום רק סביב האזור שרוצים לטפל בו (למשל גידול)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עירוי מערכתי (ורידי) היה פותח את המחסום בכל המוח ללא הבחנה - וגם משפיע פחות יעיל בגלל דילול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(1). תשובה 0 שגויה - הבעיה אינה חוסר יעילות מוחלט אלא היעדר מיקוד אנטומי. תשובה 2 שגויה - הסיבוכים המתועדים בספרות הם פרכוסים, עלייה חולפת בלחץ תוך-גולגולתי, וזוספזם - לא אי ספיקת כליות מיידית כתופעה מרכזית. תשובה 3 שגויה - יש הבדל קליני משמעותי במיקוד האנטומי בין שתי הדרכים.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פתיחה אוסמוטית של המחסום (Osmotic BBB disruption)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הזרקת תמיסה היפרטונית (בדרך כלל מניטול 25%) תוך-עורקית כדי לגרום להתכווצות זמנית והפיכה של תאי אנדותל ולפתיחת Tight Junctions, לשם הגברת חדירת תרופות לאזור מוגדר במוח.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צינור השקיה שאתה יכול לחבר רק לחלקה ספציפית בגינה (עירוי תוך-עורקי ממוקד) לעומת השקיה של הגינה כולה בבת אחת (עירוי מערכתי) - כשרוצים להשקות רק פינה אחת בעוצמה גבוהה, מתחברים ישירות אליה.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קלינית למקד את הפתיחה רק לאזור הרצוי?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ויסות חדירות - VEGF וסטרואידים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מתן קורטיקוסטרואידים (כמו דקסמתזון) לאחר כריתת גידול מוח מפחית תמותה, בהתבסס על מנגנון ויסות ה-Tight Junction שתואר בפרק?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גליומות בדרגה גבוהה מפרישות VEGF שגורם לזירחון TJ ולפתיחת המחסום (בצקת וזוגנית); סטרואידים פועלים בכיוון ההפוך - מייצבים ומהדקים מחדש את ה-TJ, ובכך מקטינים את הבצקת סביב-גידולית ואת הלחץ התוך-גולגולתי הנלווה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סטרואידים הורגים ישירות תאי גידול שנותרו, ולכן הם לא קשורים כלל למחסום דם-מוח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סטרואידים פועלים רק על ידי הגברת זרימת דם מוחית, ללא כל השפעה על ה-Tight Junctions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VEGF מייצב את ה-TJ ולכן חוסמים אותו כדי להחמיר את הבצקת בכוונה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ויסות חדירות - VEGF וסטרואידים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גליומות בדרגה גבוהה מפרישות VEGF שגורם לזירחון TJ ולפתיחת המחסום (בצקת וזוגנית); סטרואידים פועלים בכיוון ההפוך - מייצבים ומהדקים מחדש את ה-TJ, ובכך מקטינים את הבצקת סביב-גידולית ואת הלחץ התוך-גולגולתי הנלווה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VEGF מפוסרל על ידי גידולי מוח (במיוחד גליומות בדרגה גבוהה)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VEGF גורם לזירחון TJ - זה בדיוק מה שפותח את המחסום ויוצר בצקת וזוגנית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סטרואידים פועלים הפוך - מייצבים ומהדקים מחדש את ה-TJ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התוצאה: פחות בצקת, פחות לחץ תוך-גולגולתי, פחות תמותה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(0). תשובה 1 שגויה - מנגנון הפעולה המתואר בפרק הוא על יציבות ה-TJ, לא הרג ישיר של תאי גידול (זה תפקיד אחר של סטרואידים שאינו קשור למחסום). תשובה 2 שגויה - אין תיאור כזה בפרק; המנגנון המרכזי הוא ייצוב TJ. תשובה 3 שגויה עובדתית והפוכה לחלוטין - VEGF פותח (לא מייצב) את ה-TJ.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VEGF (Vascular Endothelial Growth Factor)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גורם גדילה המופרש בעיקר על ידי גידולי מוח בדרגה גבוהה, הגורם לזירחון חלבוני Tight Junction ולפתיחת המחסום דם-מוח - הבסיס המולקולרי לבצקת הווזוגנית סביב הגידול.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מנעול על דלת שיש לו שני מפתחות מנוגדים: VEGF הוא המפתח ש'שובר' את המנעול ופותח אותו, ודקסמתזון הוא המפתח שמתקן ומהדק אותו בחזרה.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קלינית לזכור שסטרואידים לא פועלים ישירות על הגידול?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מרקר S-100&amp;beta; לפגיעה במחסום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דווקא S-100&amp;beta;, ולא חלבון גדול אחר כלשהו, נחשב למרקר ההיקפי המועדף לניטור פתיחת מחסום דם-מוח?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S-100&amp;beta; קטן מ-400 דלטון וחוצה את המחסום התקין בקלות בכל מקרה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הוא היחיד שנמצא בכל רקמות הגוף בריכוז זהה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הוא עונה על מכלול הקריטריונים למרקר אידיאלי - ריכוז פלזמה תקין נמוך/בלתי מדיד, מקור כמעט בלעדי באסטרוציטים ותאי שוואן, וריכוז CSF גבוה יותר מהפלזמה בתקינה - כך שעלייה בדם משקפת ישירות דליפה מוחית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הוא מיוצר על ידי תאי אנדותל עצמם ולכן משקף ישירות נזק אנדותליאלי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מרקר S-100&amp;beta; לפגיעה במחסום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כי הוא עונה על מכלול הקריטריונים למרקר אידיאלי - ריכוז פלזמה תקין נמוך/בלתי מדיד, מקור כמעט בלעדי באסטרוציטים ותאי שוואן, וריכוז CSF גבוה יותר מהפלזמה בתקינה - כך שעלייה בדם משקפת ישירות דליפה מוחית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מרקר אידיאלי צריך: ריכוז פלזמה תקין נמוך/בלתי מדיד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S-100&amp;beta; ממוקם כמעט אך ורק באסטרוציטים ותאי שוואן - מקור מוגדר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ריכוזו ב-CSF גבוה יותר מבפלזמה בתקינה - עונה על עוד קריטריון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משקל ~10,000 דלטון - גדול מדי לחצות מחסום תקין, אז עלייתו = דליפה אמיתית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(2). תשובה 0 שגויה עובדתית - משקלו כ-10,000 דלטון, פי 20-25 מהסף למעבר פסיבי. תשובה 1 הפוכה מהנכון - דווקא הריכוז הנמוך שלו בפריפריה (לא זהה בכל הגוף) הוא מה שהופך אותו לרגיש. תשובה 3 שגויה - מקורו העיקרי הוא אסטרוציטים ותאי שוואן, לא תאי אנדותל.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S-100&amp;beta;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חלבון קושר-סידן ממשפחת S-100 (כ-10,000 דלטון), ממוקם כמעט אך ורק בשלוחות רגל אסטרוציטיות ותאי שוואן; משמש מרקר היקפי עקיף לפתיחת מחסום דם-מוח.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שיש לתושב עיר מסוימת (אסטרוציט) פספורט ייחודי (S-100&amp;beta;) שאף אחד מחוץ לעיר לא מחזיק. אם פתאום מוצאים את הפספורט הזה מחוץ לחומות העיר - זה סימן ברור שמישהו 'ברח' דרך פרצה בחומה.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קלינית לנטר S-100&amp;beta; במהלך פתיחה אוסמוטית של המחסום?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84B5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אפקט הכיור בגידולי מוח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8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עם גליובלסטומה מקבל כימותרפיה תוך-ורידית. הדמיה מראה הגברה טובה במרכז הגידול אך התאוששות קלינית חלקית בלבד, עם הישנות מקומית בשוליים לאחר מספר חודשים. איזה הסבר, המבוסס על 'אפקט הכיור', הכי מתאים לתצפית הזו?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התרופה כלל לא הגיעה למוח כי היא לא עברה את המחסום בשום מקום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הגידול עמיד לחלוטין לכימותרפיה בכל אזור, ללא קשר למחסום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ריכוז התרופה זהה בכל אזורי הגידול, וההישנות אינה קשורה למחסום דם-מוח כלל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מחסום כלי הדם במרכז הגידול פרוץ יחסית (פנסטרציות, חוסר שלוחות גליאליות) ולכן 'שואב' את רוב התרופה, בעוד השוליים - כולל תאי גידול מסתננים ברקמה תקינה יחסית - שומרים על מחסום קרוב יותר לתקין וכך נחשפים לריכוז תרופה נמוך בהרבה, מה שמסביר הישנות שם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84B5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אפקט הכיור בגידולי מוח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מחסום כלי הדם במרכז הגידול פרוץ יחסית (פנסטרציות, חוסר שלוחות גליאליות) ולכן 'שואב' את רוב התרופה, בעוד השוליים - כולל תאי גידול מסתננים ברקמה תקינה יחסית - שומרים על מחסום קרוב יותר לתקין וכך נחשפים לריכוז תרופה נמוך בהרבה, מה שמסביר הישנות שם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הדם הגידוליים במרכז מציגים פנסטרציות וחוסר שלוחות גליאליות - מחסום פרוץ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רוב התרופה זורמת/נשארת במרכז הפתוח יחסית - זה אפקט הכיור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רקמה תקינה סביב הגידול (כולל הסתננות מיקרוסקופית) שומרת על מחסום קרוב לתקין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תאי גידול בשוליים חשופים לריכוז נמוך בהרבה - מקור סביר להישנות מקומית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(3). תשובה 0 סותרת את התיאור בשאלה עצמה (יש הגברה טובה במרכז - כלומר התרופה כן הגיעה לשם). תשובה 1 מתעלמת ממנגנון פיזי-אנטומי מוגדר לטובת הכללה גורפת שאינה נתמכת. תשובה 2 סותרת ישירות את מה שהפרק מתאר לגבי הבדל ברור בין חדירות המרכז לשוליים.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אפקט הכיור (Sink effect)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תופעה שבה תרופה הניתנת לטיפול בגידול מוח 'נשאבת' בעיקר למרכז הגידול (שם המחסום פתוח יותר), ומשאירה את שולי הגידול - שם המחסום קרוב יותר לתקין - חשופים לריכוז תרופה נמוך בהרבה.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שאתה משקה גינה עם צינור שיש בו חור גדול קרוב לתחילתו - רוב המים 'בורחים' דרך החור (מרכז הגידול הפרוץ) ורק כמות קטנה מגיעה לקצה הרחוק (שולי הגידול), למרות שרצית להשקות את כל האורך באופן שווה.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קלינית להבין את אפקט הכיור בתכנון טיפול?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claudin-5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occludin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ZO-1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Junction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GLUT-1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דיפוזיה מקלה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אבלומינלי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שיפוע ריכוז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אסטרוציט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אינדוקציה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Janzer and Raff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שלוחות רגל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2026-08-19T01:30:54Z</dcterms:created>
  <dcterms:modified xsi:type="dcterms:W3CDTF">2026-08-19T01:30:54Z</dcterms:modified>
</cp:coreProperties>
</file>