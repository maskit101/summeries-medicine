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14: נוירוטולוגיה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Neurotology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 מזלג כוונון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Rinne שלילי (BC&gt;AC) באוזן ימין ו-Weber מוצלט לימין. איזה סוג חסר שמיעה הכי סביר?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חסר חושי-עצבי משמאל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חסר מוליך מימין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חסר חושי-עצבי מימין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תפקוד תקין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 מזלג כוונון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חסר מוליך מימין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Rinne שלילי מימין = הולכה גולגולתית טובה מהולכה אווירית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 מוצלט לאוזן הפגועה = תומך בחסר מוליך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שני הממצאים מצביע על חסימה מכנית לפני האוזן הפנימית מימין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כאשר Weber מוצלט לאוזן עם Rinne שלילי, שני הממצאים מצביעים יחד על חסר מוליך באותה אוזן - למשל נוזל באוזן התיכונה או אוטוסקלרוזיס.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Rinne test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השוואת הולכה אווירית להולכה גולגולתית באותה אוזן באמצעות מזלג כוונון.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Weber מוצלט לאוזן החולה בחסר מוליך ולא לבריאה?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פיזיולוגיית השבלול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היכן על קרום הבזילר מתרחש התגובה המקסימלית לתדרים גבוהים?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בבסיס השבלול (ליד החלון העגול)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בקודקוד השבלול (ליד ה-helicotrema)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באמצע השבלול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בכל אורך הקרום באופן שווה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פיזיולוגיית השבלול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בבסיס השבלול (ליד החלון העגול)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הבסיס צר ונוקשה - מתנד בתדר גבוה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הקודקוד רחב וגמיש - מתנד בתדר נמוך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הבסיס לעקרון הטונוטופיה בשבלול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קרום הבזילר צר וקשיח בבסיס השבלול, ולכן מגיב מקסימלית לתדרים גבוהים; הוא רחב וגמיש בקודקוד ולכן מגיב לתדרים נמוכים.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Tonotopy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ארגון מרחבי של תדרי צליל שונים לאורך קרום הבזילר והמסלול השמיעתי.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חשוב קלינית?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קלוריים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הקלוריים הבי-תרמית בודקת בעיקר את תפקוד: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התעלה החצי-עגולה העליונה בלבד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העצב הפציאלי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התעלה החצי-עגולה האופקית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האוטריקולוס והסקולוס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קלוריים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התעלה החצי-עגולה האופקית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מים חמים/קרים משנים טמפרטורה בתעלה האופקית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נוצר זרם קונבקציה באנדולימפה שמעורר/מדכא עצב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מאפשר בדיקת כל אוזן בנפרד ללא צורך בתאוצה אמיתית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הבדיקה הקלורית מבוססת על שינוי טמפרטורה שיוצר זרם קונבקציה בדיוק בתעלה האופקית, ולכן היא בודקת אך ורק את התעלה הזו - לא את שאר מרכיבי הוסטיבולום.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Bithermal caloric test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בדיקה המזריקה מים/אוויר חמים וקרים לתעלת האוזן כדי לגרות בנפרד כל תעלה אופקית ולזהות חולשה חד-צדדית.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תוצאה תקינה בקלוריים לא שוללת פגיעה ווסטיבולרית מוחלטת?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אנטומיית העצב הפציאלי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איזה קטע של העצב הפציאלי בתוך עצם הרקה הוא הצר ביותר, והכי פגיע לדחיסה בבצקת דלקתית?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הקטע הטימפני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הקטע הלבירינתי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הקטע המסטואידי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הקטע החוץ-גולגולתי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אנטומיית העצב הפציאלי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הקטע הלבירינתי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הקטע הלבירינתי הוא הקצר והצר ביותר בכל מהלך העצב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בצקת דלקתית (כמו בשיתוק בל) גורמת ללחץ מרבי דווקא שם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היעד העיקרי לדה-קומפרסיה כירורגית כשמבוצעת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מבין שלושת הקטעים התוך-עצמיים (לבירינתי, טימפני, מסטואידי), הקטע הלבירינתי הוא הצר ביותר, ולכן הוא מקום ה'צוואר בקבוק' הראשון שנפגע בבצקת של העצב.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Labyrinthine segment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הקטע הראשון והצר ביותר של העצב הפציאלי בתוך תעלת פאלופיוס, מיד לאחר יציאתו מה-IAC.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רלוונטי לשיתוק בל?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אבחנה מבדלת שמיעתית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חסר חושי-עצבי חד-צדדי, וציון הבחנת דיבור נמוך משמעותית ממה שמצופה לפי סף הטונים הטהורים. הממצא הזה מרמז בעיקר על: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חסר מוליך נלווה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קוכליארית טהורה (כמו רעש)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רטרוקוכליארית (עצב שמיעה/גזע מוח)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בעיה טכנית בבדיקה בלבד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אבחנה מבדלת שמיעתית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פגיעה רטרוקוכליארית (עצב שמיעה/גזע מוח)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קוכליארית בד"כ שומרת על יחס תקין בין סף לדיבור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רטרוקוכליארית פוגעת בעיבוד העצבי - הבחנה גרועה יחסית לסף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ממצא כזה מחייב הדמיה (MRI) לשלול שוואנומה ווסטיבולרית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כאשר ציון הבחנת הדיבור גרוע בהרבה ממה שמצופה לפי סף השמיעה הטהור, מדובר ב'phonemic regression' חריג המרמז על מקור רטרוקוכליארי - כלומר בעיה בעצב עצמו או בגזע המוח, ולא בשבלול.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Retrocochlear lesion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במסלול השמיעה מעבר לשבלול - בעצב השמיעתי או בגזע המוח.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הבדיקה הבאה המתבקשת?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כירורגיות לשוואנומה ווסטיבולרית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שוואנומה ווסטיבולרית תוך-תעלתית קטנה ושמיעה שיורית טובה - איזו גישה כירורגית הכי מתאימה למטרת שימור שמיעה?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טרנסלבירינתית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טרנס-קוכליארית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תת-פרונטלית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תיכונה או רטרוסיגמואידית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גישות כירורגיות לשוואנומה ווסטיבולרית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פוסה תיכונה או רטרוסיגמואידית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טרנסלבירינתית תמיד מקריבה שמיעה - לא מתאימה כאן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פוסה תיכונה מצוינת לגידולים תוך-תעלתיים קטנים עם שימור שמיעה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רטרוסיגמואידית מתאימה גם לגידולים בינוניים עם ניסיון שימור שמיעה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הבחירה בגישה תלויה בגודל הגידול ובמטרת השימור: הגישה הטרנסלבירינתית מקריבה תמיד את השמיעה, ולכן בגידול קטן עם שמיעה טובה עדיפות פוסה תיכונה או רטרוסיגמואידית.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Middle fossa approach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גישה כירורגית לגידולים תוך-תעלתיים קטנים המאפשרת גישה ל-IAC משיקוף עליון תוך שימור מבני האוזן הפנימית.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הגישה הטרנסלבירינתית תמיד מקריבה שמיעה?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הטרנספורמר של התוף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ה'טרנספורמר' של קרום התוף מגביר את הצליל בעיקר בגלל: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היחס בין שטח קרום התוף לשטח לוחית הסטייפס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עובי קרום התוף בלבד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 תאי השערה בשבלול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לחץ האוויר באוזן החיצונית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הטרנספורמר של התוף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היחס בין שטח קרום התוף לשטח לוחית הסטייפס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שטח קרום התוף גדול פי כ-17 משטח לוחית הסטייפס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המניברום ארוך פי 1.3 מתהליך האינקוס - יתרון מכני נוסף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000000">
              <a:alpha val="1200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יחד הם מפצים על אובדן אנרגיה במעבר מאוויר לנוזל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ההגברה נובעת בעיקר מהיחס הגדול בין שטח הפנים הרוטט של קרום התוף לשטח לוחית הסטייפס הקטנה, בתוספת יתרון מכני קטן מיחס הזרועות של השרשרת העצמית.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Transformer mechanism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המנגנון שמאפשר לאוזן התיכונה להעביר ביעילות אנרגיית קול מאוויר (עכבה נמוכה) לנוזל האוזן הפנימית (עכבה גבוהה).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בכלל צריך הגברה במעבר בין אוויר לנוזל?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Rinne test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 test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conductive hearing loss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basilar membrane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tonotopy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cochlea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caloric test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semicircular canal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unilateral weakness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nerve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labyrinthine segment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Bell's palsy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2026-09-04T07:19:13Z</dcterms:created>
  <dcterms:modified xsi:type="dcterms:W3CDTF">2026-09-04T07:19:13Z</dcterms:modified>
</cp:coreProperties>
</file>