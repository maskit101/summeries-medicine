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1</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12: הפרעות הכרה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Altered Consciousness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7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שבוע לאחר טראומת ראש חמורה פותחת עיניים באופן מחזורי (עם מחזורי שינה-ערות הנראים גם ב-EEG), אך בבדיקות חוזרות ומרובות אין שום עדות עקבית למודעות עצמית או סביבתית - לא מעקב עיניים, לא ציות לפקודה, לא תגובה תלוית-הקשר. מה האבחנה הנכונה?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קומה - כי אין תקשורת מילולית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וגטטיבי (VS) - חזרת דפוס עוררות (פקיחת עיניים, מחזורי שינה-ערות) בלי שום עדות למודעות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הכרה מינימלי (MCS) - כי יש פקיחת עיניים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תסמונת Locked-in - שיתוק מוטורי מלא עם הכרה שמורה</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מצב וגטטיבי (VS) - חזרת דפוס עוררות (פקיחת עיניים, מחזורי שינה-ערות) בלי שום עדות למודעות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פקיחת עיניים מחזורית + מחזורי שינה-ערות = חזרת עוררות (arousal)</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היעדר מוחלט ועקבי של תגובה תלוית-הקשר = היעדר מודעות (awareness)</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השילוב הזה - עוררות בלי מודעות - הוא בדיוק ההגדרה של VS</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VS מוגדר במדויק כדיסוציאציה בין חזרה של עוררות התנהגותית (פקיחת עיניים מחזורית, ולעיתים גם ארכיטקטורת שינה-ערות ב-EEG) לבין היעדר מוחלט של עדות למודעות. קומה (0) שוללת מראש כל פקיחת עיניים ספונטנית - כאן יש כזו, אז זו לא קומה. MCS (2) מחייב עדות בת-שחזור למודעות (למשל מעקב עיניים עקבי או ציות חלקי לפקודות) - וכאן אין כזו בבדיקות חוזרות. Locked-in (3) הוא מצב שונה לגמרי: הכרה מלאה עם שיתוק מוטורי כמעט טוטלי מפגיעה בגזע המוח הוונטרלי - לא מתאים לתיאור.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מצב וגטטיבי (Vegetative State, VS)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של חזרת עוררות התנהגותית (מחזורי פקיחת-עצימת עיניים, לעיתים גם שינה-ערות ב-EEG) ללא כל עדות למודעות עצמית או סביבתית, הנובע ברוב המקרים מאובדן נרחב של נוירונים בגרעינים התוך-למינריים של התלמוס.</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מסך טלוויזיה שדולק (יש אור, יש 'רעש') אבל בלי שידור מגיע אליו - האור עצמו לא אומר שיש תוכן.</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אפשר שתהיה עוררות בלי מודעות?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קריטריוני קבוצת אספן (Aspen Working Group), מהו הסוג של עדות קלינית שמבדיל MCS מ-VS?</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רפלקס גירוד כף רגל תקין (רפלקס בבינסקי שלילי)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פתיחת עיניים ספונטנית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עדות שחזורה (לא חד-פעמית) לתגובה תלוית-הקשר - כמו מעקב חזותי מתמשך, ציות לפקודה, או תגובת כן/לא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נשימה עצמונית ללא צורך בהנשמה מכנית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עדות שחזורה (לא חד-פעמית) לתגובה תלוית-הקשר - כמו מעקב חזותי מתמשך, ציות לפקודה, או תגובת כן/לא</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MCS דורש עדות בת-שחזור, לא אירוע בודד שעלול להיות מקרי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דוגמאות: ציות לפקודה, תגובת כן/לא, מילול מובן, התנהגות תכליתית תלוית-הקשר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מעקב חזותי ופיקסציה הם הסימנים המעבריים השכיחים ביותר מ-VS</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(אינדקס 2) היא הקריטריון המהותי: לא סוג ההתנהגות בפני עצמו, אלא זה שהיא ניתנת לשחזור ומראה תלות-הקשר אמיתית בגירוי. רפלקס בבינסקי (0), פתיחת עיניים בלבד (1) ונשימה עצמונית (3) הם כולם ממצאים שיכולים להופיע גם ב-VS או אפילו בקומה עמוקה יותר (רפלקסים ספינליים/גזעיים) - הם לא דורשים שום עיבוד קורטיקלי-תלמי ולכן אינם מבדילים MCS מ-VS.</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קבוצת אספן (Aspen Working Group)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קבוצת קונצנזוס שפרסמה ב-2002 את הקריטריונים האופרציונליים הראשונים לאבחון MCS, על בסיס עדות שחזורה להתנהגות תלוית-הקשר.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חייבים שחזוריות ולא מספיק תיעוד חד-פעמי?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עוררות ותלמוס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נגע איסכמי גדול וחד-צדדי בהמיספרה מוחית שלמה, גם אם הוא נרחב מאוד, כמעט לעולם לא גורם לקומה, בעוד נגע דו-צדדי קטן יחסית בתלמוס המרכזי או ב-ARAS יכול לגרום לקומה מלאה?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עוררות מוזרמת לשני חצאי הקורטקס דרך מבנים משותפים בקו האמצע (ARAS וגרעיני התלמוס המרכזיים) - פגיעה דו-צדדית באחד מהם מנתקת את מקור העוררות משתי ההמיספרות בבת אחת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הקורטקס עצמו אינו חשוב כלל לייצור עוררות או הכרה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אספקת הדם הקולטרלית מצילה תמיד את כל ההמיספרה הפגועה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חצי מוח אחד תמיד מסוגל לתפקד לבד ללא שום ירידה בהכרה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עוררות ותלמוס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עוררות מוזרמת לשני חצאי הקורטקס דרך מבנים משותפים בקו האמצע (ARAS וגרעיני התלמוס המרכזיים) - פגיעה דו-צדדית באחד מהם מנתקת את מקור העוררות משתי ההמיספרות בבת אחת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עוררות מקורה במבני קו-אמצע משותפים (ARAS, תלמוס מרכזי) ולא בקורטקס עצמו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מבנה קו-אמצע = 'נקודת כשל יחידה' לשתי ההמיספרות גם יחד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נגע חד-צדדי קורטיקלי פוגע רק בהמיספרה אחת - העוררות הכללית נשמרת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מתארת בדיוק את העיקרון: העוררות אינה 'מיוצרת' בקורטקס עצמו, אלא מוזרמת אליו ממקור משותף (ARAS בגזע המוח והגרעינים התוך-למינריים של התלמוס). מבנים אלה קטנים אך משותפים לשתי ההמיספרות - ולכן פגיעה דו-צדדית קטנה בהם 'מנתקת את הזרם' לכל הקורטקס בבת אחת, בעוד נגע חד-צדדי קורטיקלי (גם ענק) פוגע רק בהמיספרה אחת ומשאיר את מקור העוררות והמיספרה שנייה שלמים. תשובות 1, 2 ו-3 אינן נכונות עובדתית - הקורטקס כן חשוב למודעות (רק לא לעוררות הבסיסית), הקולטרלות לא תמיד מצילות, וירידה משמעותית בהכרה בהחלט אפשרית גם עם פגיעה חד-צדדית קורטיקלית (אם כי לא קומה).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ARAS (Ascending Reticular Activating System)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מערכת גרעינים ומסלולים בגזע המוח המייצרת ומעבירה את אות העוררות הבסיסי כלפי מעלה לתלמוס ולקורטקס, וחיונית לשמירה על מצב ער.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בית דו-משפחתי עם קו חשמל ראשי משותף אחד: אפשר לנתק חשמל לדירה אחת בלבד (נגע חד-צדדי) בלי להשפיע על השנייה, אבל אם קורה קצר בלוח החשמל הראשי המשותף (תלמוס/גזע קו-אמצע), שתי הדירות חשוכות בבת אחת.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זה אומר קלינית על נגעים תלמיים דו-צדדיים קטנים?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טקסונומיה של 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שבועיים לאחר תיקון ניתוחי של מפרצת שקרעה בעורק המתקשר הקדמי (ACoA) נראית ערה עם עיניים פקוחות לרווחה, עוקבת בעיניים בעקביות אחר אנשי הצוות בחדר וחיוכה מתאים כשמדברים אליה בחום - אך אינה יוזמת שום דיבור, תנועה או פעולה ספונטנית משל עצמה, גם כשמעודדים אותה. מה האבחנה הסבירה ביותר?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מצב וגטטיבי - אין שום עדות למודעות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תסמונת Locked-in - שיתוק מוטורי כמעט מוחלט מפגיעה בגזע המוח הוונטרלי עם הכרה מלאה שמורה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אקינטית מוטיזם - פגיעה דו-צדדית אפשרית באזורים הפרונטליים-מדיאליים (כולל הגירוס הצינגולטי הקדמי), סיבוך מוכר של מפרצת ACoA</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דליריום היפראקטיבי</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טקסונומיה של 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אקינטית מוטיזם - פגיעה דו-צדדית אפשרית באזורים הפרונטליים-מדיאליים (כולל הגירוס הצינגולטי הקדמי), סיבוך מוכר של מפרצת ACoA</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עדות ברורה למודעות (מעקב עיניים עקבי, חיוך מתאים תלוי-הקשר) - שוללת VS</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העדר מוחלט של יזימת התנהגות ספונטנית, גם עם עידוד - סימן ליבה של אקינטית מוטיזם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קרע מפרצת ACoA הוא גורם קלאסי - פגיעה דו-צדדית פרונטלית-מדיאלית אפשרית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אקינטית מוטיזם (2) מתאים בדיוק: מטופלת עם עדות ברורה למודעות (מעקב עיניים, תגובה רגשית תלוית-הקשר) אך היעדר כמעט מוחלט של יזימת התנהגות ספונטנית - בדיוק התיאור הקלאסי. קרע מפרצת בעורק המתקשר הקדמי הוא סיבה נוירוכירורגית מוכרת היטב לתסמונת הזו, עקב פגיעה אפשרית דו-צדדית באזורים הפרונטליים-מדיאליים כולל הגירוס הצינגולטי הקדמי. VS (0) שגוי כי יש כאן עדות ברורה למודעות. Locked-in (1) שגוי כי אין תיאור של שיתוק מוטורי - להפך, המטופלת פשוט לא יוזמת פעולה, לא שהיא לא מסוגלת מבחינה מוטורית. דליריום היפראקטיבי (3) אינו תואם - הוא מאופיין בעוררות-יתר ואי-שקט, לא בהעדר יזימה.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אקינטית מוטיזם (Akinetic Mutism)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תסמונת שבה מטופל עומד בקריטריוני MCS או אף מסוגל לתקשר בבדיקה פורמלית, אך מפגין הפחתה חמורה בהתנהגות ספונטנית או תגובות איטיות מאוד, למרות מראה ערני-לכאורה.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שחקן שיושב על הבמה, עיניו פקוחות ועוקבות אחרי הקהל, ומגיב במחווה כשפונים אליו ישירות - אבל לעולם לא יוזם משפט משלו בלי שמישהו יבקש ממנו קודם.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פגיעה בגירוס הצינגולטי הקדמי גורמת ליזימה ירודה ולא לאובדן מודעות?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פרוגנוזה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VS מוגדר כ'פרמננטי' כבר לאחר 3 חודשים בעקבות דום לב/אנוקסיה, אך רק לאחר 12 חודשים בעקבות חבלת ראש טראומטית?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הבדל אמיתי בין השניים - זו אי-דיוק היסטורי בספרות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בדום לב מוות תאי היפוקסי מהיר ומפושט (תוך כ-6 דקות של חוסר חמצן) יוצר 'חתך חד' בתוצאות; בטראומה מוות הנוירונים התלמי מגיע באיחור עקב תהליך ניווני טרנס-נוירונלי מושהה, ולכן חלון ההתאוששות ארוך יותר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טראומת ראש תמיד קלה משמעותית מדום לב מבחינת הנזק המוחי הראשוני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דום לב פוגע אך ורק בגזע המוח ומעולם לא בתלמוס או בקורטקס</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פרוגנוזה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בדום לב מוות תאי היפוקסי מהיר ומפושט (תוך כ-6 דקות של חוסר חמצן) יוצר 'חתך חד' בתוצאות; בטראומה מוות הנוירונים התלמי מגיע באיחור עקב תהליך ניווני טרנס-נוירונלי מושהה, ולכן חלון ההתאוששות ארוך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דום לב: היפוקסיה גלובלית הורגת נוירונים רגישים תוך דקות - חתך חד בתוצאות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טראומה: פגיעה אקסונלית מפושטת מובילה לניוון תלמי מושהה, לא מיידי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מנגנון שונה = חלון זמן שונה להגדרת פרמננטיות (3 מול 12 חודשים)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מסבירה את המנגנון הפתופיזיולוגי השונה: בדום לב, ההיפוקסיה הגלובלית גורמת למוות נוירונלי מהיר תוך דקות ספורות ('חתך חד' דומה במידת מה לפתולוגיה של מוות מוחי), בעוד שבטראומה מוות הנוירונים התלמי הוא תהליך משני ומושהה (ניוון טרנס-נוירונלי) שיכול להימשך חודשים - ולכן נותן חלון התאוששות ארוך יותר עד לקביעת פרמננטיות. תשובות 0, 2 ו-3 שגויות עובדתית לפי הפרק - יש הבדל אמיתי ומתועד, טראומה אינה בהכרח קלה יותר, ודום לב אכן פוגע גם בתלמוס (ואף בקורטקס בשיעור גבוה יותר מטראומה - 64% מול 11%).</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ניוון טרנס-נוירונלי (Transneuronal Degeneration)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תהליך שבו נוירון מאבד את התפקוד או מת באופן משני, בעקבות אובדן קלט תקין מנוירונים אחרים שהיו מחוברים אליו (למשל בעקבות פגיעה אקסונלית במקום אחר) - תהליך זה איטי יחסית ולוקח שבועות עד חודשים.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הפרקטית של ההבדל הזה בייעוץ למשפחה?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מתקדמת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הממצאים האופייניים בסריקות FDG-PET אצל מטופלים במצב וגטטיבי (VS), וכיצד הם משתווים למוח בריא?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שחוזרת על עצמה בין מטופלים ל-30-50% מקצב חילוף החומרים המוחי התקין - רמה דומה לזו הנצפית במוח בריא תחת הרדמה כירורגית עמוקה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של כמעט פי 2 בחילוף החומרים המוחי לעומת התקין, בשל פעילות אפילפטית סמויה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 שינוי מדיד בחילוף החומרים המוחי בהשוואה למוח ער ובריא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סלקטיבית המוגבלת אך ורק לאונה הטמפורלית, ללא השפעה על שאר המוח</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מתקדמת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ירידה שחוזרת על עצמה בין מטופלים ל-30-50% מקצב חילוף החומרים המוחי התקין - רמה דומה לזו הנצפית במוח בריא תחת הרדמה כירורגית עמוקה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ירידה בת-שחזור ל-30-50% מהערכים התקינים בקרב מטופלי VS</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רמת חילוף חומרים דומה נצפית במוח בריא תחת הרדמה כירורגית עמוקה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הירידה משתרעת על פני מבנים מוחיים רבים, לא רק אזור בודד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מדויקת: מחקרי FDG-PET מוקדמים ב-VS הראו באופן עקבי ירידה ל-30-50% מהערכים התקינים בקצב חילוף החומרים המוחי במנוחה על פני מבנים מוחיים רבים - ממצא בעל הקבלה מעניינת לרמות דומות הנצפות במוח בריא תחת הרדמה כירורגית עמוקה, מה שתומך ברעיון שגם ב-VS וגם בהרדמה יש 'כיבוי' תפקודי נרחב (אם כי ממנגנונים שונים לגמרי). תשובות 1, 2 ו-3 אינן תואמות את הממצאים המתועדים בפרק - אין עלייה, יש בהחלט שינוי מדיד, וההשפעה אינה מוגבלת לאזור בודד.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FDG-PET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הדמיה תפקודית המודדת ניצול גלוקוז מוחי (Fluorodeoxyglucose - Positron Emission Tomography) כמדד עקיף לפעילות מטבולית/נוירונלית - ירידה בקליטה מעידה על ירידה בפעילות התפקודית של הרקמה.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דמיון ל'הרדמה עמוקה' מעניין קלינית, ולא רק תיאורי?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מתקדמת בהפרעות הכרה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7</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מטופלת עומדת בכל הקריטריונים ההתנהגותיים למצב וגטטיבי (VS) בבדיקה מיטתית - ללא שום תגובה גלויה לפקודות. בסריקת fMRI, כשמבקשים ממנה לדמיין שהיא משחקת טניס, מתקבל דפוס הפעלה באזור המוטורי המשלים (SMA) הזהה לחלוטין לדפוס שנצפה במתנדבים בריאים המבצעים את אותה משימה. איך תופעה זו מכונה כיום בספרות, ומה המסקנה הזהירה והנכונה?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מוות מוחי - יש לשקול הפסקת טיפול תומך חיים באופן מיידי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שגיאת מדידה טכנית גרידא שיש להתעלם ממנה לחלוטין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הוכחה חד-משמעית שכל האוכלוסייה המאובחנת כ-VS היא בהכרה מלאה וסובלת שלא לצורך</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דיסוציאציה קוגניטיבית-מוטורית (cognitive motor dissociation) - עדות אפשרית לציות מכוון לפקודה ברמת המוח בלי יכולת תנועה גלויה, אך ממצא במטופלת בודדת אינו מלמד על שכיחות התופעה בכלל אוכלוסיית ה-VS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מתקדמת בהפרעות הכרה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דיסוציאציה קוגניטיבית-מוטורית (cognitive motor dissociation) - עדות אפשרית לציות מכוון לפקודה ברמת המוח בלי יכולת תנועה גלויה, אך ממצא במטופלת בודדת אינו מלמד על שכיחות התופעה בכלל אוכלוסיית ה-VS</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התופעה מכונה 'דיסוציאציה קוגניטיבית-מוטורית' (cognitive motor dissociation)</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מרמזת על ציות מכוון לפקודה ברמת מוח, ללא יכולת ביטוי תנועתי גלוי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מגבלות מהותיות: קושי טכני, שונות בין-אישית, ממצא בודד אינו מעיד על שכיחות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משקפת בדיוק את מה שהפרק מתאר לגבי מחקר אוון ועמיתיו: הממצא מכונה כיום דיסוציאציה קוגניטיבית-מוטורית, ומעיד על אפשרות שמטופלת המאובחנת קלינית כ-VS שומרת יכולת עיבוד וציות מכוון לפקודה ברמת המוח, גם ללא כל ביטוי תנועתי חיצוני. עם זאת, יש לפרש בזהירות רבה - קבלת אות fMRI אמין ממטופלים עם פגיעת ראש חמורה קשה טכנית, מאפייני האות משתנים בין מטופלים, וממצא במטופלת אחת בלבד אינו מלמד דבר על השכיחות הכללית של התופעה באוכלוסיית ה-VS. תשובות 0, 1 ו-2 מייצגות כולן פרשנות-יתר שגויה - מוות מוחי הוא ההפך הגמור מהממצא (יש פעילות מוחית מאורגנת ותגובתית), זו לא שגיאת מדידה (הדפוס תואם בדיוק את הצפוי אנטומית ותפקודית), וממצא בודד בהחלט אינו מכליל לכל אוכלוסיית ה-VS.</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דיסוציאציה קוגניטיבית-מוטורית (Cognitive Motor Dissociation)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שבו מטופל המאובחן קלינית כ-VS (ללא תגובה התנהגותית גלויה) מדגים בהדמיה תפקודית (fMRI/EEG) עדות לעיבוד קוגניטיבי מכוון ותואם-פקודה, המרמז על שימור יכולות מנטליות שאינן ניתנות לביטוי דרך התנהגות גלויה.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אדם הלוא בתוך צוללת שקועה עם מערכת תקשורת פנימית שאיש לא יודע שקיימת - הוא 'עונה' לשאלות, אבל רק מי שיודע היכן לחפש (במקרה הזה: פעילות ה-SMA) יכול לשמוע את התשובה.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במיוחד להימנע מהכללת-יתר של ממצא בודד כזה?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מצב וגטטיבי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עוררות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מודעות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דיסוציאציה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EEG שינה-ערות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Aspen Working Group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MCS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מעקב חזותי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התנהגות תלוית-הקשר</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שחזוריות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ARAS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תלמוס מרכזי</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2026-08-24T11:34:24Z</dcterms:created>
  <dcterms:modified xsi:type="dcterms:W3CDTF">2026-08-24T11:34:24Z</dcterms:modified>
</cp:coreProperties>
</file>