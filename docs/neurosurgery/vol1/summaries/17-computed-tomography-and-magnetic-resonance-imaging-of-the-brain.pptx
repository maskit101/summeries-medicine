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נוירוכירורגיה — כרך 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17: הדמיית CT ו-MRI של המוח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Tomography and Magnetic Resonance Imaging of the Brain  ·  Youmans Neurological Surgery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כרטיסיות תרגול · שאלה ואז תשובה מלאה בכל כרטיסייה · לסטטיסטיקה חיה השתמשי באפליקציית ה-HTML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הדמיה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1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 מה מבוססת יצירת התמונה ב-CT מוח?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תהודה מגנטית של פרוטוני מימן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קליטת פוטוני גמא ממקור רדיואקטיבי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החלשה דיפרנציאלית של קרני רנטגן לפי צפיפות הרקמה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החזר גלי קול על-קוליים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הדמיה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החלשה דיפרנציאלית של קרני רנטגן לפי צפיפות הרקמה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קרן רנטגן נחלשת שונה בהתאם לצפיפות האלקטרונים של כל רקמה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מודד כמה מקרן הרנטגן 'שרדה' את המעבר דרך הרקמות מזוויות רבות, ומחשב מפת ספיגה (יחידות הופנספילד). MRI (לא CT) מבוסס על תהודה מגנטית; רפואה גרעינית מבוססת על קרינת גמא; אולטרסאונד מבוסס על גלי קול.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Hounsfield unit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יחידת מדידה לצפיפות הרקמה ב-CT ביחס למים (0) ואוויר (-1000).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תארי לעצמך מנורת פנס שעוברת דרך זכוכיות בעובי שונה - ככל שהזכוכית עבה יותר, פחות אור עובר. זה בדיוק מה שקורה עם קרני רנטגן ורקמות שונות.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עצם נראית בהירה (היפרדנס) ב-CT?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הדמיה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2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אילו רקמות בהירות (היפראינטנסיות) בתמונת T2-weighted?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שומן ועצם קורטיקלית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נוזל מוחי-שדרתי (CSF) ובצקת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חומר לבן בלבד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אוויר בסינוסים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הדמיה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נוזל מוחי-שדרתי (CSF) ובצקת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נוזלים (CSF, בצקת) הם היפראינטנסיים ('בהירים') ב-T2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הכלל 'Water is White' בT2 מתייחס למים/CSF ובצקת - הם מופיעים בהירים. שומן דווקא בהיר ב-T1 (לא ב-T2 באופן דומיננטי בהדמיה קונבנציונלית), עצם קורטיקלית וכן אוויר תמיד כהים (מעט פרוטונים ניידים) בשני השקלולים.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T2-weighted image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תמונה עם TE ו-TR ארוכים, שבה זמן ההרפיה הרוחבית (T2) קובע את הניגודיות.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מים שופכים אור בהיר - זה 'Water is White' על T2.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בצקת מוחית מופיעה בהירה ב-FLAIR (שמבוסס על T2)?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הדמיה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3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רצף DWI רגיש הרבה יותר מ-T2 רגיל לזיהוי שבץ חריף בשעה הראשונה?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בצקת ציטוטוקסית מצמצמת את המרחב החוץ-תאי ומגבילה תנועת מים תוך דקות, עוד לפני שינויי T2 מתפתחים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 משתמש בחומר ניגוד יודי שמצטבר מהר יותר באזור האוטם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כלל אינו רגיש לשינויים במוח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 מודד זרימת דם ישירות ולא תנועת מים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הדמיה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בצקת ציטוטוקסית מצמצמת את המרחב החוץ-תאי ומגבילה תנועת מים תוך דקות, עוד לפני שינויי T2 מתפתחים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בצקת ציטוטוקסית מוקדמת מגבילה דיפוזיה מיד, בעוד T2 דורש הצטברות בצקת וזוגנית שלוקחת שעות-ימים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אחרי חסימת כלי דם, כשל משאבת הנתרן-אשלגן גורם למים לזרום לתוך התא (בצקת ציטוטוקסית) תוך דקות - זה מצמצם את המרחב החוץ-תאי ומגביל את תנועת המים, מה ש-DWI קולט מיד. שינויי T2 הרגילים דורשים הצטברות בצקת וזוגנית שמתפתחת על פני שעות עד ימים.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בצקת ציטוטוקסית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הצטברות נוזל בתוך התא (לא ברקמה החוץ-תאית) עקב כשל אנרגטי בממברנה.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תארי בלון (התא) שמתמלא מים ומתנפח, בעוד שהחלל שסביבו (החוץ-תאי) מתרוקן - פחות מקום למים לנוע, ולכן אות הדיפוזיה משתנה מיד.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DWI חיובי תוך 30-60 דקות אך T2 יכול להישאר תקין בשעות הראשונות?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גידולים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4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מנינגיומה עלולה 'להיעלם' בסריקת MRI ללא חומר ניגוד?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מנינגיומה תמיד קטנה מדי לראייה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מנינגיומה ממוקמת רק בעצם הגולגולת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מנינגיומה גורמת לאוטם ורידי שמסתיר אותה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היא איזואינטנסית לחומר האפור הן ב-T1 והן ב-T2, ורק גדוליניום מסגיר אותה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גידולים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כי היא איזואינטנסית לחומר האפור הן ב-T1 והן ב-T2, ורק גדוליניום מסגיר אותה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מנינגיומה איזואינטנסית לחומר אפור בשני השקלולים - חומר הניגוד הוא שמאפשר זיהוי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מנינגיומות בנויות מרקמה צפופה עם תכולת מים דומה לחומר אפור, ולכן קשה להבחין בהן על רקע המוח בסריקה רגילה. מכיוון שהן חוץ-אקסיאליות וניזונות מכלי דם דוראליים מחוץ למחסום דם-מוח, גדוליניום דולף אליהן בקלות ויוצר התעצמות הומוגנית ובולטת.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זנב דורלי (Dural tail)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עיבוי והתעצמות של הדורה הסמוכה לגידול, נפוץ אך לא ייחודי למנינגיומה.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חפץ שקוף באותו צבע כמו הרקע - רק כשמצבעים אותו (גדוליניום) הוא בולט לעין.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תמיד לתת ניגוד בחשד קליני למנינגיומה גם אם ה-MRI הראשוני נראה תקין?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זיהומים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5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נגע טבעתי מוחי עם מרכז לא-מתעצם - איזה ממצא ב-DWI תומך באבחנה של מורסה ולא גידול נמקי?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גבוה במרכז הנגע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היעדר בצקת סביב הנגע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נמוך והיפראינטנסיות בולטת במרכז הנגע (דיפוזיה מוגבלת)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התעצמות הומוגנית של כל הנגע בניגוד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זיהומים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ADC נמוך והיפראינטנסיות בולטת במרכז הנגע (דיפוזיה מוגבלת)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דיפוזיה מוגבלת (ADC נמוך, בהיר ב-DWI) במרכז הנגע אופיינית למורסה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תוכן מוגלתי צמיג ותאי מגביל תנועת מים - זה נותן ADC נמוך והיפראינטנסיות ב-DWI. גידול נמקי, לעומת זאת, מכיל בדרך כלל נוזל נמקי חופשי יותר עם ADC גבוה יחסית (כהה ב-DWI). התעצמות טבעתית והיעדר/נוכחות בצקת אינם מבדילים אמינים בין השתיים.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ADC (Apparent Diffusion Coefficient)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מדד כמותי לקצב תנועת המים ברקמה, נגזר מתמונות DWI.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תארי דבש סמיך (מורסה) שקשה להזיז בכפית, לעומת מים צלולים (נמק גידולי) שזורמים בקלות.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MRS לבדו אינו מספיק להבדיל מורסה מגידול נמקי?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הדמיה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6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איזה שינוי בספקטרוסקופיית MR (MRS) הכי אופייני לגידול מוחי?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ירידה בכולין ועלייה ב-NAA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עלייה בכולין וירידה ב-NAA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עלייה במיואינוזיטול בלבד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היעלמות מוחלטת של כל הפיקים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הדמיה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עלייה בכולין וירידה ב-NAA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כולין מוגבר (סמן מחזור ממברנה מוגבר) ו-NAA מופחת (אובדן נוירונים בריאים) הם הדפוס הקלאסי לגידול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כולין הוא סמן למחזור ממברנות תאיות שמואץ בגידולים בעלי קצב חלוקה גבוה; NAA הוא סמן לבריאות נוירונלית שיורד כשרקמה ניאופלסטית מחליפה נוירונים תקינים. שילוב עלייה בכולין וירידה ב-NAA הוא הדפוס הספקטרוסקופי הקלאסי לניאופלזמה.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NAA (N-acetyl aspartate)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חומצת אמינו שנמצאת כמעט אך ורק בנוירונים בריאים; ירידתה מעידה על אובדן/דחיסת נוירונים.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תארי כולין כ'בנייה קדחתנית' (גידול בונה קרומי תאים חדשים במהירות) ו-NAA כ'תושבים ותיקים' שנעלמים כשהשכונה משתנה.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לקטט מוגבר יכול להופיע גם בגידול וגם במורסה?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הדמיה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7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ההבדל העיקרי בין רצף Fast Spin Echo (FSE) לרצף ספין-הד קונבנציונלי?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אוסף כמה 'שורות' מידע (views) בכל TR אחד, מה שמקצר משמעותית את זמן הסריקה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אינו משתמש בשום פולס RF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דורש מגנט חלש יותר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אינו יכול לספק ניגודיות T2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הדמיה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FSE אוסף כמה 'שורות' מידע (views) בכל TR אחד, מה שמקצר משמעותית את זמן הסריקה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אוסף מספר views בכל TR (echo train length), ומקצר את זמן הסריקה פי כמה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בספין-הד קונבנציונלי נאסף view בודד בכל TR. FSE משתמש בסדרת פולסי 180° כדי לאסוף כמה echoes/views בתוך אותו TR (אורך שרשרת ההדים, ETL) - כך זמן הסריקה מתקצר, במחיר מסוים של טשטוש (blurring) שגדל עם ETL.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ETL (Echo Train Length)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מספר ה-views שנאספים בכל TR ברצף FSE.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תארי פקיד דואר שבמקום לחלק מכתב בודד בכל סיבוב, אוסף חבילה שלמה של מכתבים בכל פעם - מהיר הרבה יותר.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FSE נמצא בשימוש נרחב יותר מספין-הד קונבנציונלי בהדמיית CNS?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שבץ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8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כיצד מזהים 'פנומברה' (רקמה בסיכון אך עדיין ניתנת להצלה) בהדמיית שבץ?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 לפי גודל הנגע ב-T2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 לפי נוכחות דימום ב-CT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כאשר יש חוסר התאמה בין DWI תקין לבין CBF/MTT תקינים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כאשר יש חוסר התאמה (mismatch) בין אזור DWI חיובי (נזק כבר קיים) לאזור גדול יותר עם הפרעה בפרפוזיה (CBF/MTT) שעדיין לא הראה נזק ב-DWI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שבץ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כאשר יש חוסר התאמה (mismatch) בין אזור DWI חיובי (נזק כבר קיים) לאזור גדול יותר עם הפרעה בפרפוזיה (CBF/MTT) שעדיין לא הראה נזק ב-DWI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בין ליבת האוטם ב-DWI לאזור פרפוזיה פגוע גדול יותר מגדיר את הפנומברה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אזור ה-DWI החיובי מייצג רקמה שכבר נהרסה (הליבה). אזור נוסף עם זרימת דם/זמן מעבר לא תקינים (CBF נמוך, MTT ארוך) שעדיין לא מראה נזק ב-DWI מייצג רקמה בסיכון שניתן להציל בהתערבות מהירה - זהו העיקרון שמנחה החלטות על תרומבוליזה/תרומבקטומי.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פנומברה איסכמית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רקמה סביב ליבת האוטם עם זרימת דם מופחתת אך עדיין חיה מטבולית, בת-הצלה אם הזרימה תוחזר בזמן.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תארי ליבה שכבר נשרפה (DWI) מוקפת בטבעת שעדיין רק מעשנת אך לא בערה (הפרעת פרפוזיה) - עוד אפשר לכבות אותה.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mismatch גדול בין DWI לפרפוזיה מהווה אינדיקציה חזקה יותר לטיפול חודרני מאשר mismatch קטן?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הכרטיסיות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Hounsfield unit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attenuation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T2-weighted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edema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DWI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cytotoxic edema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stroke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meningioma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dural tail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gadolinium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maskit101.github.io/summeries-medicine/neurosurgery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2026-09-06T02:22:41Z</dcterms:created>
  <dcterms:modified xsi:type="dcterms:W3CDTF">2026-09-06T02:22:41Z</dcterms:modified>
</cp:coreProperties>
</file>