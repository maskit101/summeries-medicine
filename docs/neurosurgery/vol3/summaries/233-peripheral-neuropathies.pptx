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3</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233: נוירופתיות היקפיות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Peripheral Neuropathies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עקרונות בסיס</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ההבדל האלקטרופיזיולוגי המרכזי בין אקסונופתיה למיאלינופתיה?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אקסונופתיה מאטה CV משמעותית, מיאלינופתיה מקטינה CMAP</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אלקטרופיזיולוגי אמיתי בין השתיים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אקסונופתיה מקטינה CMAP עם CV תקין יחסית; מיאלינופתיה מאטה CV משמעותית עם CMAP שמור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שתיהן מציגות תמיד תמונה זהה של האטת CV והקטנת CMAP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עקרונות בסיס</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אקסונופתיה מקטינה CMAP עם CV תקין יחסית; מיאלינופתיה מאטה CV משמעותית עם CMAP שמור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אקסונופתיה: פגיעה באקסון עצמו → הקטנת CMAP, CV נשמר יחסית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563EB">
              <a:alpha val="12000"/>
            </a:srgbClr>
          </a:solidFill>
          <a:ln w="15875">
            <a:solidFill>
              <a:srgbClr val="2563EB"/>
            </a:solidFill>
            <a:prstDash val="solid"/>
          </a:ln>
        </p:spPr>
      </p:sp>
      <p:sp>
        <p:nvSpPr>
          <p:cNvPr id="11" name="Shape 9"/>
          <p:cNvSpPr/>
          <p:nvPr/>
        </p:nvSpPr>
        <p:spPr>
          <a:xfrm>
            <a:off x="11292840" y="3044952"/>
            <a:ext cx="256032" cy="256032"/>
          </a:xfrm>
          <a:prstGeom prst="ellipse">
            <a:avLst/>
          </a:prstGeom>
          <a:solidFill>
            <a:srgbClr val="2563E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מיאלינופתיה: פגיעה במיאלין → אובדן הולכה סלטטורית → האטת CV, CMAP נשמר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בלוק הולכה ופיזור זמני הם סמנים ספציפיים למיאלינופתיה מוקדית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אקסונופתיה פוגעת בתפקוד האקסון עצמו ולכן מקטינה את עוצמת ה-CMAP בעוד ה-CV נשאר תקין או מעט מואט; מיאלינופתיה פוגעת במעטפת המיאלין וההולכה הסלטטורית, ולכן מאטה את ה-CV משמעותית בעוד עוצמת ה-CMAP נשמרת (אלא אם יש בלוק הולכה).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CMAP ו-CV</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CMAP הוא עוצמת הגל המורכב של השריר; CV היא מהירות ההולכה העצבית - שני הפרמטרים המרכזיים בבדיקת הולכה עצבית.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תארי לעצמך צינור מים (האקסון) עטוף בבידוד (המיאלין). אם הצינור עצמו נסתם - פחות מים יוצאים (CMAP נמוך) אבל מה שכן יוצא זורם באותה מהירות. אם רק הבידוד נפגע - כל המים עדיין יוצאים (CMAP תקין) אבל בקצב איטי יותר כי איבדו את דרך הקיצור (CV איטי).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בלוק הולכה קשור לחולשה קלינית יותר מהאטת CV בלבד?</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תבניות קליניות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נוירופתיה תלוית-אורך (length-dependent) מתחילה תמיד בבהונות ולא בידיים?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כפות הרגליים חשופות יותר לחום ולקור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הסיבים המולכים לכפות הרגליים הם הארוכים ביותר בגוף, וב'דיינג בק' הפגיעה מתחילה בקצה הרחוק ביותר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יש פחות קולטני כאב בכפות הרגליים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זה מקרי לחלוטין ואין הסבר פיזיולוגי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תבניות קליניות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הסיבים המולכים לכפות הרגליים הם הארוכים ביותר בגוף, וב'דיינג בק' הפגיעה מתחילה בקצה הרחוק ביותר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563EB">
              <a:alpha val="12000"/>
            </a:srgbClr>
          </a:solidFill>
          <a:ln w="15875">
            <a:solidFill>
              <a:srgbClr val="2563EB"/>
            </a:solidFill>
            <a:prstDash val="solid"/>
          </a:ln>
        </p:spPr>
      </p:sp>
      <p:sp>
        <p:nvSpPr>
          <p:cNvPr id="7" name="Shape 5"/>
          <p:cNvSpPr/>
          <p:nvPr/>
        </p:nvSpPr>
        <p:spPr>
          <a:xfrm>
            <a:off x="11292840" y="2176272"/>
            <a:ext cx="256032" cy="256032"/>
          </a:xfrm>
          <a:prstGeom prst="ellipse">
            <a:avLst/>
          </a:prstGeom>
          <a:solidFill>
            <a:srgbClr val="2563E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'דיינג בק' - הפגיעה מתחילה בקצה הדיסטלי ביותר של הסיב הארוך ביותר</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סיבים לכפות הרגליים ארוכים יותר מסיבים לידיים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כשהתהליך מגיע לגובה הברכיים, מצטרפת מעורבות הידיים</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בתהליך דיינג-בק, ניוון אקסונלי מתחיל תמיד בקצה הדיסטלי ביותר של הסיב הארוך ביותר ומתקדם פרוקסימלית. הסיבים מגנגליון השורש הגבי המותני-סקרלי ועד לכפות הרגליים ארוכים יותר מהסיבים הצוואריים לידיים, ולכן נפגעים ראשונים.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Length dependency</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תלות באורך - עקרון לפיו הסיבים הארוכים ביותר בגוף הם הראשונים להיפגע בתהליך אקסונלי מתקדם.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שדרך ראשית ארוכה מתחילה להתפורר מהקצה הכי רחוק ממרכז העיר - ככל שהדרך ארוכה יותר, כך היא תושפע ראשונה מבעיות אספקה (חומרים מזינים) שמגיעות ממרכז העיר (גוף התא העצבי).</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רפלקס הקרסול הוא הראשון להיעלם בנוירופתיה תלוית-אורך?</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Guillain-Barré Syndrome</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הפרמטר האלקטרודיאגנוסטי בעל הערך הפרוגנוסטי הטוב ביותר ב-Guillain-Barré syndrome?</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מהירות הולכה עצבית (CV)</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רמת חלבון בנוזל השדרה (CSF)</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נוכחות פיברילציות ב-EMG</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עוצמת ה-CMAP (compound muscle action potential)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Guillain-Barré Syndrome</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עוצמת ה-CMAP (compound muscle action potential)</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CMAP מתחת ל-10-20% מהגבול התחתון של הנורמה = פרוגנוזה גרועה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CMAP תקין = פרוגנוזה מצוינת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 נמצא קשר משמעותי בין בלוק הולכה/CV לפרוגנוזה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עוצמת ה-CMAP היא המנבא הפרוגנוסטי החזק ביותר ב-GBS. חולים עם CMAP מתחת ל-10%-20% מהגבול התחתון של הנורמה - פרוגנוזה גרועה; חולים עם CMAP תקין - פרוגנוזה מצוינת. לא נמצא קשר משמעותי בין בלוק הולכה או CV לתוצא ארוך-הטווח.</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CMAP כמנבא פרוגנוסטי</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עוצמת הגל המורכב של השריר, המשקפת את מספר האקסונים המוטוריים הפעילים - מנבא חזק להחלמה מ-GBS.</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תזמורת (העצב) שמנגנת שיר. CMAP הוא עוצמת הקול הכוללת - אם רוב הנגנים (אקסונים) עדיין מנגנים בעוצמה תקינה, הסיכוי שהתזמורת תחזור לנגן במלואה גבוה, גם אם הקצב (CV) קצת השתבש בדרך.</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אין מספיק לבדוק רק את מידת הבלוק ההולכה כדי לחזות פרוגנוזה?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CIDP</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מבדיל בין GBS ל-CIDP מבחינת קריטריון האבחון הזמני?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GBS מתפתח באופן מלא תוך 4 שבועות; CIDP מוגדר כתהליך המתקדם/חוזר לאורך 8 שבועות ומעלה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זמני בין השניים - שניהם נמשכים בערך אותו זמן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GBS נמשך שנים; CIDP נמשך רק ימים בודדים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ההבדל היחיד הוא בגיל המטופלים</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CIDP</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GBS מתפתח באופן מלא תוך 4 שבועות; CIDP מוגדר כתהליך המתקדם/חוזר לאורך 8 שבועות ומעלה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563EB">
              <a:alpha val="12000"/>
            </a:srgbClr>
          </a:solidFill>
          <a:ln w="15875">
            <a:solidFill>
              <a:srgbClr val="2563EB"/>
            </a:solidFill>
            <a:prstDash val="solid"/>
          </a:ln>
        </p:spPr>
      </p:sp>
      <p:sp>
        <p:nvSpPr>
          <p:cNvPr id="7" name="Shape 5"/>
          <p:cNvSpPr/>
          <p:nvPr/>
        </p:nvSpPr>
        <p:spPr>
          <a:xfrm>
            <a:off x="11292840" y="2176272"/>
            <a:ext cx="256032" cy="256032"/>
          </a:xfrm>
          <a:prstGeom prst="ellipse">
            <a:avLst/>
          </a:prstGeom>
          <a:solidFill>
            <a:srgbClr val="2563E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GBS: התפתחות מלאה תוך עד 4 שבועות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CIDP: מוגדר כהתקדמות/חזרה על פני 8 שבועות ומעלה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שניהם נחשבים לשני קצוות של אותו ספקטרום דיסאימוני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GBS ו-CIDP נחשבים ככל הנראה לווריאנטים של אותו תהליך בסיסי המתפתחים על פני מסגרות זמן שונות. GBS מוגדר כמלא ב-90% מהמקרים תוך 4 שבועות, בעוד CIDP, לפי הגדרה, חייב להתקדם או לחזור לפחות 8 שבועות כדי לעמוד בקריטריונים האבחוניים.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קריטריון הזמן ב-CIDP</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התנאי המחייב המרכזי לאבחון CIDP: תפקוד לקוי מתקדם או חוזר של עצב היקפי במעורבות של יותר מגפה אחת, על פני תקופה של לפחות חודשיים.</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גלים בים - האחד (GBS) מגיע ומכה בחוזקה תוך ימים ספורים, בעוד השני (CIDP) בונה את עוצמתו לאט לאורך חודשים, גל אחר גל.</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קלינית להבחין בין GBS ל-CIDP למרות שהם באותו ספקטרום?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נוירופתיה סוכרתית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התפקיד של אלדוז רדוקטאז במנגנון הנוירופתיה הסוכרתית?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מפרק ישירות את מעטפת המיאלין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תוקף את האקסון באמצעות נוגדנים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ממיר גלוקוז לסורביטול שמצטבר בעצב, מוריד רמות מיואינוזיטול ופוגע במשאבת Na/K</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הוא גורם לזיהום חיידקי כרוני בעצב</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נוירופתיה סוכרתית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הוא ממיר גלוקוז לסורביטול שמצטבר בעצב, מוריד רמות מיואינוזיטול ופוגע במשאבת Na/K</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563EB">
              <a:alpha val="12000"/>
            </a:srgbClr>
          </a:solidFill>
          <a:ln w="15875">
            <a:solidFill>
              <a:srgbClr val="2563EB"/>
            </a:solidFill>
            <a:prstDash val="solid"/>
          </a:ln>
        </p:spPr>
      </p:sp>
      <p:sp>
        <p:nvSpPr>
          <p:cNvPr id="7" name="Shape 5"/>
          <p:cNvSpPr/>
          <p:nvPr/>
        </p:nvSpPr>
        <p:spPr>
          <a:xfrm>
            <a:off x="11292840" y="2176272"/>
            <a:ext cx="256032" cy="256032"/>
          </a:xfrm>
          <a:prstGeom prst="ellipse">
            <a:avLst/>
          </a:prstGeom>
          <a:solidFill>
            <a:srgbClr val="2563E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אלדוז רדוקטאז ממיר גלוקוז → סורביטול, שמצטבר בעצב</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הצטברות סורביטול מורידה מיואינוזיטול ופוגעת במשאבת Na/K</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CV משתפר תוך שעות מתיקון ההיפרגליקמיה - מרמז על מרכיב מטבולי הפיך</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אלדוז רדוקטאז ממיר גלוקוז עודף לסורביטול, המצטבר בעצב, מוריד את רמות המיואינוזיטול ופוגע בפעילות משאבת הנתרן-אשלגן. זהו מרכיב מטבולי הפיך - CV משתפר תוך שעות מתיקון ההיפרגליקמיה, בשונה ממרכיבים בלתי הפיכים כמו מיקרואנגיופתיה ותוצרי גליקוזילציה מתקדמים (AGEs).</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מסלול הפוליול (Polyol pathway)</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מסלול מטבולי שבו אלדוז רדוקטאז ממיר גלוקוז לסורביטול - אחד המנגנונים המרכזיים בנוירופתיה סוכרתית.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מחסן (העצב) שמוצף בסוכר עודף. במקום לפרק אותו כרגיל, המחסן ממיר אותו לחומר צמיג (סורביטול) שנשאר תקוע בפנים ופוגע במשאבות החשמל (Na/K) שמפעילות את כל המערכת.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נוירופתיה סוכרתית מציגה גם ניוון אקסונלי וגם דמיאלינציה, בניגוד לרוב הנוירופתיות ה'טהורות'?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חסר B12</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השילוב של אובדן רפלקס קרסול עם בהונות עולות (בבינסקי חיובי) הוא רמז קלאסי לחסר ויטמין B12?</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זה תמיד מצביע על פגיעה בעצב הסciatic בלבד</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חסר B12 הוא כמעט הגורם היחיד שפוגע בו-זמנית הן בעצב ההיקפי (נוירופתיה) והן בחוט השדרה (מיאלופתיה)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זה מופיע רק במחלות זיהומיות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קשר אמיתי בין שני הממצאים</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חסר B12</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חסר B12 הוא כמעט הגורם היחיד שפוגע בו-זמנית הן בעצב ההיקפי (נוירופתיה) והן בחוט השדרה (מיאלופתיה)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563EB">
              <a:alpha val="12000"/>
            </a:srgbClr>
          </a:solidFill>
          <a:ln w="15875">
            <a:solidFill>
              <a:srgbClr val="2563EB"/>
            </a:solidFill>
            <a:prstDash val="solid"/>
          </a:ln>
        </p:spPr>
      </p:sp>
      <p:sp>
        <p:nvSpPr>
          <p:cNvPr id="7" name="Shape 5"/>
          <p:cNvSpPr/>
          <p:nvPr/>
        </p:nvSpPr>
        <p:spPr>
          <a:xfrm>
            <a:off x="11292840" y="2176272"/>
            <a:ext cx="256032" cy="256032"/>
          </a:xfrm>
          <a:prstGeom prst="ellipse">
            <a:avLst/>
          </a:prstGeom>
          <a:solidFill>
            <a:srgbClr val="2563E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רפלקס קרסול נעדר = ממצא היקפי (נוירופתיה)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91C1C">
              <a:alpha val="12000"/>
            </a:srgbClr>
          </a:solidFill>
          <a:ln w="15875">
            <a:solidFill>
              <a:srgbClr val="B91C1C"/>
            </a:solidFill>
            <a:prstDash val="solid"/>
          </a:ln>
        </p:spPr>
      </p:sp>
      <p:sp>
        <p:nvSpPr>
          <p:cNvPr id="11" name="Shape 9"/>
          <p:cNvSpPr/>
          <p:nvPr/>
        </p:nvSpPr>
        <p:spPr>
          <a:xfrm>
            <a:off x="11292840" y="3044952"/>
            <a:ext cx="256032" cy="256032"/>
          </a:xfrm>
          <a:prstGeom prst="ellipse">
            <a:avLst/>
          </a:prstGeom>
          <a:solidFill>
            <a:srgbClr val="B91C1C"/>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בהונות עולות = ממצא מרכזי (מיאלופתיה)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חסר B12 הוא הגורם הקלאסי הפוגע בשתי המערכות בו-זמנית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חסר ויטמין B12 גורם ל'שילוב תת-חריף משולב' - פגיעה גם בעצבים ההיקפיים (נוירופתיה סנסורית) וגם בחוט השדרה (מיאלופתיה, בעיקר בעמודות האחוריות והצדדיות). השילוב הקליני של רפלקס קרסול נעדר (סימן LMN היקפי) עם בהונות עולות (סימן UMN מרכזי) הוא לכן דגל אדום קלאסי וייחודי יחסית לחסר B12.</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שילוב תת-חריף משולב</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Subacute combined degeneration - פגיעה משולבת בעצבים ההיקפיים ובחוט השדרה עקב חסר ויטמין B12.</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מערכת חשמל בבית עם שני תקלות בו-זמנית: התקלה בקומת המרתף (העצב ההיקפי) מכבה את הפעמון בדלת (רפלקס הקרסול), והתקלה בקומה העליונה (חוט השדרה) גורמת לתאורה להידלק הפוך (בבינסקי). שתי התקלות יחד, בבית אחד, מצביעות על בעיה משותפת אחת - כשל באספקת החשמל (ויטמין B12).</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חשוב לזהות מהר חסר B12 ולא רק לטפל בנוירופתיה הסנסורית?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כלים אבחנתיים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היתרון הייחודי של ביופסיית עור (skin biopsy) בהערכת נוירופתיה, בהשוואה לבדיקת הולכה עצבית סטנדרטית?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זולה יותר מבדיקת הולכה עצבית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היחידה שיכולה לזהות מיאלינופתיה מולטיפוקלית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בודקת רק סיבים גדולים וממוילנים, בדיוק כמו בדיקת ההולכה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היא יכולה לזהות שינויים פתולוגיים בסיבים דקים ובלתי-ממוילנים, מוקדם מאוד במהלך המחלה - לפני שבדיקת הולכה סטנדרטית (הבודקת רק סיבים גדולים) מראה חריגה</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כלים אבחנתיים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היא יכולה לזהות שינויים פתולוגיים בסיבים דקים ובלתי-ממוילנים, מוקדם מאוד במהלך המחלה - לפני שבדיקת הולכה סטנדרטית (הבודקת רק סיבים גדולים) מראה חריגה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563EB">
              <a:alpha val="12000"/>
            </a:srgbClr>
          </a:solidFill>
          <a:ln w="15875">
            <a:solidFill>
              <a:srgbClr val="2563EB"/>
            </a:solidFill>
            <a:prstDash val="solid"/>
          </a:ln>
        </p:spPr>
      </p:sp>
      <p:sp>
        <p:nvSpPr>
          <p:cNvPr id="7" name="Shape 5"/>
          <p:cNvSpPr/>
          <p:nvPr/>
        </p:nvSpPr>
        <p:spPr>
          <a:xfrm>
            <a:off x="11292840" y="2176272"/>
            <a:ext cx="256032" cy="256032"/>
          </a:xfrm>
          <a:prstGeom prst="ellipse">
            <a:avLst/>
          </a:prstGeom>
          <a:solidFill>
            <a:srgbClr val="2563E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בדיקת הולכה עצבית סטנדרטית בודקת רק סיבים גדולים וממוילנים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ביופסיית עור מעריכה סיבים דקים ובלתי-ממוילנים שאינם נגישים לבדיקה חשמלית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שינויים פתולוגיים בעור מופיעים מוקדם מאוד - לעיתים לפני שינוי בבדיקת ההולכה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בדיקת הולכה עצבית סטנדרטית מוגבלת להערכת סיבים גדולים וממוילנים בלבד. ביופסיית עור, לעומת זאת, מאפשרת הערכה בטוחה יחסית ומינימלית-פולשנית של סיבים דקים ובלתי-ממוילנים (המעורבים בכאב, טמפרטורה ואוטונומיה), ויכולה לזהות שינויים פתולוגיים מוקדמים מאוד - לפני שהם מתבטאים כלל בבדיקת ההולכה.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צפיפות סיבי עצב אפידרמליים</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Epidermal nerve fiber density - פרמטר הנמדד בביופסיית עור, המשקף את צפיפות הסיבים הדקים בעור.</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שבדיקת ההולכה העצבית היא כמו מד מהירות שבודק רק את המכוניות המהירות בכביש (הסיבים הגדולים), בעוד ביופסיית העור היא מצלמה שמצלמה גם את ההולכי רגל האיטיים (הסיבים הדקים) - ורואה בעיות בהם הרבה לפני שהמד מהירות בכלל שם לב.</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באיזה מצב קליני ביופסיית עור שימושית במיוחד?</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מונחים וסיווג</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ההבדל בין 'פולינוירופתיה' (polyneuropathy) ל'מונונוירופתיה מרובה' (mononeuropathy multiplex)?</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אמיתי - שני המונחים זהים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פולינוירופתיה היא תהליך כללי-סימטרי הפוגע בכל העצבים; מונונוירופתיה מרובה פוגעת ביותר מעצב אחד אך לא בכל העצבים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פולינוירופתיה פוגעת רק בעצב אחד; מונונוירופתיה מרובה פוגעת בכל העצבים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ההבדל הוא רק בגיל המטופלים</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מונחים וסיווג</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פולינוירופתיה היא תהליך כללי-סימטרי הפוגע בכל העצבים; מונונוירופתיה מרובה פוגעת ביותר מעצב אחד אך לא בכל העצבים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2563EB">
              <a:alpha val="12000"/>
            </a:srgbClr>
          </a:solidFill>
          <a:ln w="15875">
            <a:solidFill>
              <a:srgbClr val="2563EB"/>
            </a:solidFill>
            <a:prstDash val="solid"/>
          </a:ln>
        </p:spPr>
      </p:sp>
      <p:sp>
        <p:nvSpPr>
          <p:cNvPr id="7" name="Shape 5"/>
          <p:cNvSpPr/>
          <p:nvPr/>
        </p:nvSpPr>
        <p:spPr>
          <a:xfrm>
            <a:off x="11292840" y="2176272"/>
            <a:ext cx="256032" cy="256032"/>
          </a:xfrm>
          <a:prstGeom prst="ellipse">
            <a:avLst/>
          </a:prstGeom>
          <a:solidFill>
            <a:srgbClr val="2563EB"/>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פולינוירופתיה = תהליך כללי, מפושט, סימטרי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מונונוירופתיה מרובה = פגיעה במספר עצבים ספציפיים, לא כולם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ההבדל קריטי לאבחנה המבדלת - מחלות וסקוליטיות נוטות למונונוירופתיה מרובה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נוירופתיה היקפית כללית וסימטרית מכונה פולינוירופתיה. מצב הפוגע ביותר מעצב אחד אך לא בכל העצבים (למשל, וסקוליטיס הפוגע בעצבים ספציפיים בצורה אסימטרית) מכונה מונונוירופתיה מרובה. ההבחנה קריטית כי היא מכוונת לאבחנה מבדלת שונה לגמרי - למשל, וסקוליטיס נוטה לגרום למונונוירופתיה מרובה ולא לפולינוירופתיה סימטרית קלאסית.</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מונונוירופתיה מרובה</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Mononeuropathy multiplex - פגיעה אסימטרית ומדורגת בזמן במספר עצבים בודדים, לרוב על רקע וסקוליטי או איסכמי.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עיר עם רשת חשמל: פולינוירופתיה היא כמו הפסקת חשמל כללית שפוגעת בכל השכונות באופן שווה, בעוד מונונוירופתיה מרובה היא כמו כמה תקלות נקודתיות בשכונות ספציפיות ושונות, בזמנים שונים, ולא בכל העיר.</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להבחין בין השתיים בבירור קליני?</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אקסונופתיה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מיאלינופתיה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CMAP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CV</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בלוק הולכה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length dependency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dying back</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polyneuropathy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רפלקס קרסול</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GBS</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פרוגנוזה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AIDP</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2026-09-06T12:23:54Z</dcterms:created>
  <dcterms:modified xsi:type="dcterms:W3CDTF">2026-09-06T12:23:54Z</dcterms:modified>
</cp:coreProperties>
</file>