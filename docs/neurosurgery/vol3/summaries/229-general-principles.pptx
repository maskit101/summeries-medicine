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229: עקרונות כלליים בכירורגיית עצבים היקפיים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Principles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יסודות פגיעת עצב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ההבדל המכריע בין אקסונוטמזיס לנוירוטמזיס מבחינת הצורך בניתוח?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שתיהן דורשות ניתוח מיידי באותה מידה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שתיהן מחלימות ספונטנית ללא ניתוח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באקסונוטמזיס הצינור החיצוני (המעטפת) נשאר שלם ומכוון צמיחה מחדש עצמאית; בנוירוטמזיס אין צינור מנחה ונדרש תיקון כירורגי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ההבדל הוא רק במיקום האנטומי של הפגיעה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יסודות פגיעת עצב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באקסונוטמזיס הצינור החיצוני (המעטפת) נשאר שלם ומכוון צמיחה מחדש עצמאית; בנוירוטמזיס אין צינור מנחה ונדרש תיקון כירורגי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אקסונוטמזיס: האקסון קטוע אך המעטפת (אנדונוריום) שלמה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המעטפת השלמה משמשת 'צינור' שמכוון את הצמיחה מחדש ליעד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נוירוטמזיס: כל השכבות קרועות, אין צינור - נדרש תיקון כירורגי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קיום או העדר 'צינור מנחה' הוא ההבדל הקריטי. באקסונוטמזיס העצב יכול לתקן את עצמו כי המעטפת מכוונת אותו; בנוירוטמזיס אין הכוונה, ולכן ללא ניתוח נוצרת נוירומה כאובה. תשובות 1, 2 ו-4 שגויות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אקסונוטמזיס לעומת נוירוטמזיס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שתי דרגות מסיווג Seddon לפגיעת עצב, הנבדלות בשלמות המעטפת החיצונית סביב האקסון הפגוע.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כביש שנסגר זמנית (אקסונוטמזיס) לעומת כביש שנהרס לגמרי כולל התוואי שלו (נוירוטמזיס) - באחד אפשר לסלול מחדש לפי התוואי הקיים, בשני צריך לתכנן הכל מחדש.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מבחינה קלינית לדעת איזו דרגה קיימת לפני שמחליטים על ניתוח?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הפרק מדגיש שהופעת דימות עצבים אמין (MR neurography) שינתה את סדר קבלת ההחלטות בטיפול בפגיעת עצב?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היא מייתרת כל צורך בבדיקה גופנית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במקום להמתין חודשים לראות אם יש שיפור ורק אז לנתח, ניתן כעת לראות ישירות את מצב העצב מוקדם ולתכנן תיקון בזמן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היא מאבחנת רק תסמונות דחיסה כרוניות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היא מחליפה לגמרי את הצורך בתיקון כירורגי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כי במקום להמתין חודשים לראות אם יש שיפור ורק אז לנתח, ניתן כעת לראות ישירות את מצב העצב מוקדם ולתכנן תיקון בזמן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בעבר: המתנה ארוכה לשיפור ספונטני לפני שקילת ניתוח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כיום: דימות מיד לאחר חלוף הבצקת שלאחר הפציעה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תוצאה: תיקון מוקדם ומדויק במקום ניחוש קליני ממושך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הפרק מתאר במפורש איך המעבר מ'המתן וראה' לדימות מוקדם משנה את סדר הפעולות - כעת אפשר לדעת אם יש רציפות אנטומית מוקדם משמעותית ולתכנן טיפול בהתאם. תשובות 1, 3 ו-4 אינן מדויקות לפי הפרק.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MR Neurography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טכניקת MRI ייעודית לדימות עצבים היקפיים, המאפשרת הדגמה ישירה של רציפות או קרע בעצב.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כירורגיה קלאסית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מחקרי תוצאה שמתוארים בפרק, איזו גישה כירורגית מומלצת ברוב מקרי דחיסת העצב האולנרי במרפק?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טרנספוזיציה תת-שרירית תמיד, ללא יוצא מן הכלל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כריתת העצב והחלפתו בשתל סינתטי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דקומפרסיה פשוטה במקום (in situ) - ללא יתרון מוכח לניתוחי העברה מורכבים יותר, פרט למקרים חמורים או כישלון ניתוח קודם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טיפול תרופתי בלבד ללא כל ניתוח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כירורגיה קלאסית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דקומפרסיה פשוטה במקום (in situ) - ללא יתרון מוכח לניתוחי העברה מורכבים יותר, פרט למקרים חמורים או כישלון ניתוח קודם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מחקרי תוצאה השוו דקומפרסיה פשוטה לטרנספוזיציה מורכבת יותר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נמצא יתרון לשיטה המורכבת ברוב המקרים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טרנספוזיציה שמורה למקרים חמורים או ניתוח קודם שנכשל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הפרק מציין שמחקרי תוצאה לא הראו יתרון לניתוחי העברה (טרנספוזיציה) על פני דקומפרסיה פשוטה ברוב המקרים - כלומר, 'פחות זה יותר' ברוב המצבים. תשובות 1, 2 ו-4 אינן נתמכות בטקסט.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Ulnar nerve decompression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שחרור כירורגי של העצב האולנרי במקום הדחיסה (התעלה הקוביטלית), ללא צורך להעביר את העצב למיקום חדש.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זעיר-פולשניות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גישות זעיר-פולשניות לשחרור דחיסות עצב פרוקסימליות (כמו במקלעת הזרוע) נחשבות התקדמות משמעותית לפי הפרק?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בעבר נעשה שימוש בטכניקות חשיפה נרחבת שפותחו לתיקוני עצב מורכבים גם עבור דחיסות מוקדיות קטנות, מה שגרם לפגיעה מיותרת (כמו פגיעה בהליכה מחיתוך שריר הישבן)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הן מייתרות לגמרי את הצורך בהדמיה טרום-ניתוחית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הן מתאימות רק לניתוחים אלקטיביים ולא למקרי חירום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הן מוגבלות אך ורק לעצב הסיאטי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זעיר-פולשניות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כי בעבר נעשה שימוש בטכניקות חשיפה נרחבת שפותחו לתיקוני עצב מורכבים גם עבור דחיסות מוקדיות קטנות, מה שגרם לפגיעה מיותרת (כמו פגיעה בהליכה מחיתוך שריר הישבן)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בעבר: אותה חשיפה נרחבת שימשה גם לפגיעות קשות וגם לדחיסות מוקדיות קטנות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התוצאה: נזק מיותר, כמו פגיעה בהליכה מחיתוך שריר הישבן לטיפול בכאב סיאטי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זעיר-פולשנית פותרת את חוסר ההתאמה בין גודל הבעיה לגודל הניתוח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הבעיה שהפרק מתאר היא חוסר-התאמה - טכניקות חשיפה נרחבת שפותחו לפגיעות עצב קשות שימשו גם לדחיסות קטנות, וגרמו לנזק מיותר. גישות זעיר-פולשניות מתאימות את גודל הניתוח לגודל הבעיה בפועל. תשובות 2-4 אינן נכונות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Minimal-access nerve surgery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כירורגיות זעיר-פולשניות לשחרור דחיסות עצב באזורים פרוקסימליים, המאפשרות ניתוח יום ללא חשיפה נרחבת.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תסמונות שנוי במחלוקת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כיצד דימות עצבים תרם לפתרון המחלוקת סביב תסמונת מוצא בית החזה (thoracic outlet syndrome)?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הוכיח שהתסמונת אינה קיימת כלל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החליף את הצורך בניתוח לגמרי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הראה שהתסמונת זהה לתסמונת התעלה הקרפלית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איפשר לראות ישירות עיוות במסלול העצבים הספינליים ולתעד שהשחרור הכירורגי מתאם עם היעלמות התסמינים - ראיה אובייקטיבית שלא הייתה קיימת קודם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תסמונות שנוי במחלוקת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הוא איפשר לראות ישירות עיוות במסלול העצבים הספינליים ולתעד שהשחרור הכירורגי מתאם עם היעלמות התסמינים - ראיה אובייקטיבית שלא הייתה קיימת קודם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הדימות: מחלוקת פילוסופית בהיעדר בדיקת אבחון מוסכמת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דימות מדגים עיוות ישיר במסלול C8/T1 והחבל התחתון של המקלעת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קורלציה בין שחרור כירורגי להיעלמות תסמינים - ראיה אובייקטיבית ראשונה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לפני הדימות, לא הייתה בדיקה אובייקטיבית מוסכמת לתסמונת, ולכן קיומה הוטל בספק פילוסופית. דימות איפשר לראות ישירות את העיוות האנטומי ולתעד קורלציה קלינית-כירורגית, מה שסיפק לראשונה ראיה מוצקה. תשובות 1-3 אינן נכונות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Thoracic outlet syndrome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תסמונת הנגרמת מדחיסת עצבי מקלעת הזרוע התחתונה (C8/T1) באזור מוצא בית החזה, שקיומה היה שנוי במחלוקת עד להופעת דימות עצבים.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Seddon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אקסונוטמזיס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נוירוטמזיס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neurography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דימות עצבים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עצב אולנרי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דקומפרסיה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טרנספוזיציה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זעיר-פולשנית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מקלעת הזרוע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כאב סיאטי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תסמונת מוצא בית החזה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2026-08-24T12:49:46Z</dcterms:created>
  <dcterms:modified xsi:type="dcterms:W3CDTF">2026-08-24T12:49:46Z</dcterms:modified>
</cp:coreProperties>
</file>