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כרך 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232: הערכה אלקטרודיאגנוסטית של עצבים היקפיים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Electrodiagnostic Evaluation of Peripheral Nerves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אלקטרודיאגנוסטי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מגיע עם נימול ביד, אך בדיקת SNAP מהעצב הרלוונטי יוצאת תקינה לחלוטין. מה המשמעות הסבירה ביותר?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שום פגיעה עצבית והתלונה אינה אמיתית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יש אובדן אקסונלי חמור בעצב ההיקפי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הנגע ממוקם פרוקסימלית לגנגליון השורש הדורסלי (למשל בשורש עצמו או ב-CNS)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יש דה-מיאלינציה חמורה בעצב ההיקפי הדיסטלי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אלקטרודיאגנוסטי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הנגע ממוקם פרוקסימלית לגנגליון השורש הדורסלי (למשל בשורש עצמו או ב-CNS)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נשאר תקין כל עוד גוף התא בגנגליון השורש הדורסלי שלם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E3A8A">
              <a:alpha val="12000"/>
            </a:srgbClr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נגע בשורש (פרוקסימלי לגנגליון) לא גורם לניוון וולריאני של הסיב ההיקפי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לכן SNAP תקין + חוסר תחושה = חשוד לנגע פרוקסימלי לגנגליון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SNAP תקין בנוכחות חוסר תחושה קליני הוא ממצא קלאסי לנגע פרוקסימלי לגנגליון השורש הדורסלי - כי הסיבים החושיים הדיסטליים לגנגליון נשארים בקשר רציף עם גוף התא שלהם ולא עוברים ניוון וולריאני, גם אם השורש עצמו נפגע. תשובות 1, 2 ו-4 היו גורמות ל-SNAP חריג.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לוקליזציה פרה/פוסט-גנגליונית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 ב-SNAP כדי לקבוע האם נגע חושי נמצא פרוקסימלית או דיסטלית לגנגליון השורש הדורסלי.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תחשבי על הגנגליון כמו מטה מפקדה של חברת שליחויות - כל עוד המטה (גוף התא) שלם, השליח (האקסון ההיקפי) ימשיך לעבוד תקין גם אם הדרך למפקדה הראשית (השורש/CNS) חסומה.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SNAP לא נפגע גם כשיש נגע חמור בשורש?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אלקטרודיאגנוסטי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ב-CMAP, מה מבדיל חסם הולכה (conduction block) מאובדן אקסונלי טהור?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חסם הולכה תמיד מלווה בפיברילציות מיידיות ב-EMG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בחסם הולכה יש ירידה משמעותית באמפליטודה רק כשחוצים את אתר הנגע (גירוי פרוקסימלי מול דיסטלי), בעוד באובדן אקסונלי הירידה אחידה משני העברים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אובדן אקסונלי תמיד הפיך תוך ימים ספורים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חסם הולכה לא ניתן לזהות כלל בבדיקת NCS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אלקטרודיאגנוסטי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בחסם הולכה יש ירידה משמעותית באמפליטודה רק כשחוצים את אתר הנגע (גירוי פרוקסימלי מול דיסטלי), בעוד באובדן אקסונלי הירידה אחידה משני העברים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גירוי דיסטלי לחסם הולכה: תקין - כל הסיבים עדיין מגיבים שם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גירוי פרוקסימלי לחסם הולכה: נמוך משמעותית - חסימה מקומית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באובדן אקסונלי: ירידה פרופורציונלית משני העברים - אין 'קפיצה' באתר מסוים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ההשוואה בין גירוי דיסטלי לפרוקסימלי היא הכלי המרכזי להבחנה. חסם הולכה נובע מדה-מיאלינציה מקומית שמונעת מעבר האות רק באתר הנגע, כך שדיסטלית לנגע התגובה תקינה. אובדן אקסונלי גורם לירידה אחידה כי פחות אקסונים פעילים לאורך כל הדרך. תשובות 1, 3 ו-4 שגויות עובדתית.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Conduction Block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ירידה מקומית משמעותית בהולכת האות החשמלי דרך אתר דה-מיאלינציה, ללא אובדן אקסונלי.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פקק תנועה זמני על כביש - מכוניות (אותות) שכבר עברו את הפקק (דיסטלית) ממשיכות בקצב תקין, אבל אלה שעדיין לפני הפקק (פרוקסימלית) נתקעות.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חסם הולכה נחשב פרוגנוזה טובה יותר מאובדן אקסונלי?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אלקטרודיאגנוסטי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עם חשד לתסמונת Guillain-Barré. איזו תגובה אלקטרודיאגנוסטית צפויה להיות הכי רגישה לגילוי המחלה בשלב מוקדם?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F-wave - רגיש להפרעות דה-מיאלינציה מפושטות/רב-מוקדיות לאורך כל המסלול המוטורי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של העצב הסוראלי - תמיד הראשון להיפגע ב-Guillain-Barré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מחט עם פיברילציות - מופיע תוך ימים בודדים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H-reflex בלבד - מספיק לאבחנה מלאה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אלקטרודיאגנוסטי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F-wave - רגיש להפרעות דה-מיאלינציה מפושטות/רב-מוקדיות לאורך כל המסלול המוטורי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E3A8A">
              <a:alpha val="12000"/>
            </a:srgbClr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F-wave עובר מסלול פרוקסימלי ארוך - כל האטה לאורך הדרך (גם מפוזרת) מאריכה את הלטנטיות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Guillain-Barré גורם לדה-מיאלינציה מפושטת ולא ממוקדת - בדיוק מה ש-F-wave הכי רגיש אליו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מחט עם פיברילציות מופיע רק אחרי 10-30 יום - מאוחר מדי לאבחון מוקדם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F-wave רגיש במיוחד להפרעות דה-מיאלינציה מפושטות או רב-מוקדיות כמו Guillain-Barré, כי המסלול הפרוקסימלי הארוך שלו 'תופס' האטות לאורך כל הדרך. SNAP הסוראלי (2) לא בהכרח הראשון להיפגע. EMG פיברילציות (3) מופיעות רק שבועות אחרי הפגיעה - מאוחר מדי לאבחון מוקדם. H-reflex לבדו (4) לא מספיק לאבחנה מלאה של מחלה מפושטת.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F-wave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תגובה מאוחרת המשקפת מסע הלוך-ושוב של אות מוטורי מאתר הגירוי ועד גוף התא המוטורי בקרן הקדמית וחזרה.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לבדוק כביש ארוך על ידי שליחת שליח שרץ עד הקצה וחוזר - אם יש מהמורות (דה-מיאלינציה) בכל מקום לאורך הדרך, הזמן הכולל שלו יתארך משמעותית.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F-wave פחות רגיש לרדיקולופתיה ממוקדת בהשוואה למחלה מפושטת?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אלקטרודיאגנוסטי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אילו שני ממצאים ב-EMG מחט מייצגים דה-נרבציה חריפה?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repetitive discharge ו-myotonic discharge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MUAP גדול ופוליפאזי ו-early recruitment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Fasciculation potential ו-cramp discharge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פיברילציות (fibrillation potentials) ו-positive sharp waves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אלקטרודיאגנוסטי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פיברילציות (fibrillation potentials) ו-positive sharp waves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שניהם פוטנציאלים ספונטניים מסיבי שריר בודדים שאיבדו עצבוב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מופיעים 2-3 שבועות אחרי הפגיעה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E3A8A">
              <a:alpha val="12000"/>
            </a:srgbClr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נשארים עד רה-אינרבציה או ניוון מלא של הסיב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(4): פיברילציות ו-positive sharp waves הן שתי צורות של אותה תופעה - פוטנציאלים ספונטניים מסיבי שריר שאיבדו עצבוב (דה-נרבציה חריפה) או עברו נמק חריף. הן מופיעות יחד כי נגרמות על ידי אותה קבוצת פתולוגיות. Complex repetitive discharge (1) מייצג דה-נרבציה כרונית. MUAP גדול (2) מייצג רה-אינרבציה כרונית. Fasciculations/cramps (3) יכולים להיות תקינים.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פעילות ספונטנית חריגה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פוטנציאלים חשמליים הנרשמים משריר רגוע, המצביעים על פתולוגיה של השריר או העצבוב שלו.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תחשבי על סיב שריר שאיבד את 'הקו הטלפוני' לעצב שלו - הוא מתחיל 'לצעוק' באקראי (פיברילציה) כדי לנסות לתקשר, בלי שום שליטה מרכזית.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פיברילציות לא מופיעות מייד אחרי הפגיעה?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אלקטרודיאגנוסטי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בבדיקת גירוי חוזר (repetitive stimulation) בתדר נמוך (2-3 הרץ), מטופל מראה ירידה הדרגתית (decrement) באמפליטודת CMAP. איזו מחלה הכי סבירה?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תסמונת Lambert-Eaton (פגם פרה-סינפטי)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רדיקולופתיה S1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מיאסטניה גרביס (פגם פוסט-סינפטי)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תעלה קרפלית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אלקטרודיאגנוסטי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מיאסטניה גרביס (פגם פוסט-סינפטי)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ירידה בתדר נמוך = פגם בקליטת/שחרור אצטילכולין בצד הפוסט-סינפטי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מיאסטניה גרביס: נוגדנים נגד קולטני אצטילכולין - כל גירוי עוקב 'מקבל' פחות תגובה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בניגוד ל-Lambert-Eaton (פרה-סינפטי) שמראה עלייה בתדר גבוה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ירידה הדרגתית באמפליטודה בגירוי בתדר נמוך היא הממצא הקלאסי במיאסטניה גרביס - פגם פוסט-סינפטי שבו קולטני האצטילכולין מותקפים על ידי נוגדנים, כך שכל גירוי עוקב 'מוצא' פחות קולטנים זמינים. Lambert-Eaton (1) הוא ההפך - פגם פרה-סינפטי שמראה עלייה בתדר גבוה. רדיקולופתיה (2) ותעלה קרפלית (4) לא קשורות לצומת העצבית-שרירית כלל.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Decrement בגירוי חוזר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ירידה הדרגתית באמפליטודת CMAP עם גירוי חוזר בתדר נמוך, אופיינית להפרעה פוסט-סינפטית של הצומת העצבית-שרירית.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תחשבי על דלת עם רק כמה מפתחות (קולטני אצטילכולין) שעובדים - כל אדם (גירוי) שמנסה להיכנס ברצף מוצא פחות ופחות דלתות פנויות.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Lambert-Eaton מראה תבנית הפוכה (עלייה) בתדר גבוה?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אלקטרודיאגנוסטי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כמה ימים בממוצע נדרשים אחרי פגיעה טראומטית באקסון עד ש-NCS יכול להבחין בין נוירפרקסיה (חסם הולכה טהור) לבין אקסונוטמזיס?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מייד, תוך שעות מהפגיעה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כ-9 ימים לסיבים מוטוריים (11 ימים לחושיים) - הזמן הדרוש לניוון וולריאני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חודשים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דרך להבחין בין השניים ב-NCS בכלל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אלקטרודיאגנוסטי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כ-9 ימים לסיבים מוטוריים (11 ימים לחושיים) - הזמן הדרוש לניוון וולריאני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מייד אחרי פגיעה, שתי התמונות נראות זהות - תגובה תקינה מתחת לנגע, נמוכה/נעדרת מעליו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ניוון וולריאני של הגדם הדיסטלי לוקח זמן ביולוגי - עד שהוא קורה, אי אפשר להבדיל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אחרי כ-9 ימים (מוטורי) הפער בין נוירפרקסיה לאקסונוטמזיס נחשף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נוירפרקסיה ואקסונוטמזיס נראות זהות אלקטרודיאגנוסטית מייד אחרי הפגיעה, כי בשתיהן הגירוי הדיסטלי עדיין תקין (הגדם עדיין לא ניוון) בעוד הגירוי הפרוקסימלי נמוך/נעדר. רק אחרי שחולף הזמן הדרוש לניוון וולריאני להתרחש - כ-9 ימים לסיבים מוטוריים, 11 לחושיים - אמפליטודת התגובה הדיסטלית באקסונוטמזיס מתחילה לרדת, בעוד בנוירפרקסיה היא נשארת תקינה. זה ההסבר לכך שבדיקות מוקדמות מדי (תשובה 1) לא יכולות להבדיל, ומאוחרות מדי (תשובה 3) מחמיצות מידע.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עיתוי בדיקה אלקטרודיאגנוסטית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הזמן שחייב לחלוף מפגיעה טראומטית עד שניתן להבדיל בין דרגות חומרה שונות של פגיעת עצב.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לבדוק אם ענף שנשבר עדיין מחובר לעץ - בהתחלה שני הענפים (השבור לגמרי והכפוף בלבד) נראים דומים, אבל רק אחרי כמה ימים העלים בענף השבור לגמרי מתחילים להצהיב (ניוון) בעוד הכפוף נשאר ירוק.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לדעת מתי לבצע את הבדיקה אחרי פגיעה טראומטית?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אלקטרודיאגנוסטי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SEP (Somatosensory Evoked Potential) של העצב המדיאני נחשב לכלי הפרוגנוסטי החזק ביותר בחולים בתרדמת מאנצפלופתיה היפוקסית-איסכמית?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הוא זול וזמין בכל בית חולים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הוא מודד ישירות את זרימת הדם המוחית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הוא הבדיקה היחידה שלא דורשת שיתוף פעולה מהמטופל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היעדר דו-צדדי של תגובה קורטיקלית מנבא אי-התעוררות בביטחון גבוה מאוד (רווח בר-סמך עליון של כ-1%, מתוך יותר מ-200 מטופלים)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אלקטרודיאגנוסטי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כי היעדר דו-צדדי של תגובה קורטיקלית מנבא אי-התעוררות בביטחון גבוה מאוד (רווח בר-סמך עליון של כ-1%, מתוך יותר מ-200 מטופלים)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מעל 200 מטופלים עם היעדר דו-צדדי של תגובה קורטיקלית - אף אחד לא התעורר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מחקרים פתולוגיים מראים שנדרש נמק קורטיקלי כמעט מוחלט כדי לבטל את התגובה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תקין לא מבטיח תוצא טוב, אך מרמז על סיכוי טוב יותר מהממוצע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(4): הכוח הפרוגנוסטי של SEP המדיאני נובע מנתונים סטטיסטיים חזקים - מתוך יותר מ-200 מטופלים עם היעדר דו-צדדי של תגובה קורטיקלית לאחר אנצפלופתיה היפוקסית-איסכמית, אף אחד לא התעורר (רווח בר-סמך עליון של כ-1%). זה נתמך גם בממצאים פתולוגיים המראים שנדרש נמק קורטיקלי כמעט מלא כדי לבטל את התגובה. תשובות 1-3 אינן הסיבה האמיתית לערך הפרוגנוסטי.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SEP בפרוגנוזת תרדמת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פוטנציאל מעורר סומטו-חושי המשמש להערכת סיכוי ההתעוררות בחולים בתרדמת.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תחשבי על זה כמו לבדוק אם יש עדיין 'מישהו בבית' על ידי דפיקה בדלת הקדמית (גירוי העצב המדיאני) והאזנה להד מהחדר הפנימי (הקורטקס) - אם אין הד משני הצדדים, הסיכוי ש'מישהו יענה' נמוך ביותר.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SEP טראומטי פחות חד-משמעי מ-SEP באטיולוגיה היפוקסית-איסכמית?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dorsal root ganglion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ניוון וולריאני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פרה-גנגליוני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CMAP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conduction block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אקסונוטמזיס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דה-מיאלינציה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F-wave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Guillain-Barré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דה-מיאלינציה מפושטת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תגובה מאוחרת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2026-09-05T17:25:17Z</dcterms:created>
  <dcterms:modified xsi:type="dcterms:W3CDTF">2026-09-05T17:25:17Z</dcterms:modified>
</cp:coreProperties>
</file>