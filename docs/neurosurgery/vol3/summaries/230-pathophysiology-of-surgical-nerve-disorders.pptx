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3</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230: פתופיזיולוגיה של פגיעות עצב כירורגיות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Pathophysiology of Surgical Nerve Disorders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9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סיווג חומרת פגיעה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כיצד דרגות Sunderland III-V (הנכללות כולן תחת הקטגוריה הרחבה של neurotmesis לפי Seddon) נבדלות זו מזו, ומה המשמעות הפרוגנוסטית של ההבדל?</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אמיתי בין הדרגות - כולן דורשות בדיוק אותו טיפול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ההבדל תלוי רק בגיל המטופל ולא במבנה האנטומי של העצב</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דרגה III - רק האנדונוריום פגוע (פרינוריום ואפינוריום שלמים) ועדיין יש סיכוי להחלמה חלקית; דרגה IV - גם הפרינוריום פגוע ואין רגנרציה ספונטנית שימושית; דרגה V - ניתוק מלא של כל השכבות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ההבדל הוא רק בעוצמת הכאב שהמטופל מדווח עליו</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סיווג חומרת פגיעה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דרגה III - רק האנדונוריום פגוע (פרינוריום ואפינוריום שלמים) ועדיין יש סיכוי להחלמה חלקית; דרגה IV - גם הפרינוריום פגוע ואין רגנרציה ספונטנית שימושית; דרגה V - ניתוק מלא של כל השכבות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דרגה III: אנדונוריום פגוע, פרינוריום שלם - עדיין נותרת 'מסגרת' פנימית חלקית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דרגה IV: גם הפרינוריום פגוע - אין רגנרציה ספונטנית שימושית, נדרש תיקון כירורגי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990011">
              <a:alpha val="12000"/>
            </a:srgbClr>
          </a:solidFill>
          <a:ln w="15875">
            <a:solidFill>
              <a:srgbClr val="990011"/>
            </a:solidFill>
            <a:prstDash val="solid"/>
          </a:ln>
        </p:spPr>
      </p:sp>
      <p:sp>
        <p:nvSpPr>
          <p:cNvPr id="15" name="Shape 13"/>
          <p:cNvSpPr/>
          <p:nvPr/>
        </p:nvSpPr>
        <p:spPr>
          <a:xfrm>
            <a:off x="11292840" y="3913632"/>
            <a:ext cx="256032" cy="256032"/>
          </a:xfrm>
          <a:prstGeom prst="ellipse">
            <a:avLst/>
          </a:prstGeom>
          <a:solidFill>
            <a:srgbClr val="99001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דרגה V: כל השכבות (כולל אפינוריום) קרועות - ניתוק אנטומי מלא</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הדירוג בתוך קטגוריית ה-neurotmesis אינו שרירותי אלא עוקב אחרי מספר שכבות רקמת החיבור שנפגעו: אנדונוריום, פרינוריום ואפינוריום. ככל שיותר שכבות נהרסות כך יורד הסיכוי לרגנרציה ספונטנית מוצלחת, גם כאשר העצב עדיין נראה כבעל המשכיות אנטומית (lesion in continuity). גיל המטופל ועוצמת הכאב אינם הקריטריון שמגדיר את הדרגה, וגם הטיפול אינו זהה בין הדרגות - דרגה נמוכה יותר עשויה עדיין להירפא במעקב שמרני, בעוד דרגות גבוהות יותר לרוב מצריכות ניתוח.</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Sunderland Grading Scale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סיווג בן חמש דרגות (I-V) לפגיעת עצב, המבוסס על כמות שכבות רקמת החיבור (אנדונוריום, פרינוריום, אפינוריום) שנפגעו - ולא רק על מצב האקסון עצמו.</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חשוב להבדיל בין דרגה III לדרגה IV גם כשהעצב נראה שלם חיצונית (lesion in continuity)?</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מנגנון פגיעה מכנית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ההבדל המרכזי, מבחינת פרוגנוזה ותהליך ריפוי, בין חתך חד (sharp transection) לחתך קהה (blunt transection) של עצב היקפי?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בחתך חד השוליים נקיים עם דימום ופגיעה חבלתית מינימליים; בחתך קהה יש קרע לא סדיר של האפינוריום, דימום הנמשך כמה ס"מ לאורך העצב, והצטלקות פרוליפרטיבית חמורה יותר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חתך קהה תמיד קל יותר לתיקון כירורגי מחתך חד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כל הבדל פתולוגי - שני סוגי החתך מובילים לאותה תוצאה קלינית בדיוק</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חתך חד תמיד מצריך זמן החלמה ארוך יותר מחתך קהה</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מנגנון פגיעה מכנית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בחתך חד השוליים נקיים עם דימום ופגיעה חבלתית מינימליים; בחתך קהה יש קרע לא סדיר של האפינוריום, דימום הנמשך כמה ס"מ לאורך העצב, והצטלקות פרוליפרטיבית חמורה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חתך חד: שוליים נקיים, דימום ופגיעה חבלתית מינימליים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חתך קהה: קרע לא סדיר של האפינוריום, דימום הנמשך כמה ס"מ לאורך העצב</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התוצאה: הצטלקות פרוליפרטיבית משמעותית יותר בחתך קהה - פרוגנוזה גרועה יותר</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עוצמת ומהירות הכוח שגורם לחתך קובעות לא רק אם העצב נחתך, אלא כמה רקמת חיבור סובבת נהרסת בתהליך. כוח חד וממוקד (כמו סכין חדה) גורם לפגיעה מוגבלת ונקייה יחסית, בעוד כוח קהה (כמו מסור חשמלי או מעיכה) הורס רקמה נרחבת יותר ומעורר תגובה דלקתית-פרוליפרטיבית חמורה יותר שמקשה על רגנרציה מסודרת. הטענה שאין הבדל בין השניים, שחתך קהה קל יותר לתיקון, או שחתך חד תמיד לוקח יותר זמן להחלים - כולן אינן תואמות את מה שמתואר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חתך חד לעומת חתך קהה</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תת-סוגים של פגיעת חיתוך עצבי, הנבדלים בעיקר במידת הפגיעה הנלווית ברקמת החיבור הסובבת ולא רק בעצם ניתוק האקסון.</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לחתוך חבל בסכין חדה לעומת לקרוע אותו ביד - במקרה הראשון קצוות נקיים שאפשר לחבר בקלות, בשני קצוות פרומים שדורשים גיזום נרחב יותר לפני חיבור מחדש.</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משנה כירורגית אם החתך חד או קהה?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נגע בהמשכיות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נגע-בהמשכיות (lesion in continuity), שבו העצב נראה 'שלם' מבחוץ, יכול להוביל בכל זאת לתוצאה תפקודית גרועה משוער?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נגע בהמשכיות פירושו תמיד שהעצב תקין לחלוטין וללא כל בעיה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אלמנטים אנדונוריאליים ופרינוריאליים באזור הפגיעה מתרבים ומייצרים קולגן לא מאורגן שמפריע לכיוון הנכון של אקסונים צומחים, מה שגורם ל'רגנרציה מדורגת' (staggered) ולאקסונים דקים ולא ממוילנים כראוי שמגיעים למקטע הדיסטלי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בנגע בהמשכיות תמיד יש צורך מיידי בכריתה מלאה של כל העצב</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נזק רטרוגרדי (דיבאק) פרוקסימלי לעולם אינו מתרחש בנגע בהמשכיות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נגע בהמשכיות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אלמנטים אנדונוריאליים ופרינוריאליים באזור הפגיעה מתרבים ומייצרים קולגן לא מאורגן שמפריע לכיוון הנכון של אקסונים צומחים, מה שגורם ל'רגנרציה מדורגת' (staggered) ולאקסונים דקים ולא ממוילנים כראוי שמגיעים למקטע הדיסטלי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D99A2B">
              <a:alpha val="12000"/>
            </a:srgbClr>
          </a:solidFill>
          <a:ln w="15875">
            <a:solidFill>
              <a:srgbClr val="D99A2B"/>
            </a:solidFill>
            <a:prstDash val="solid"/>
          </a:ln>
        </p:spPr>
      </p:sp>
      <p:sp>
        <p:nvSpPr>
          <p:cNvPr id="7" name="Shape 5"/>
          <p:cNvSpPr/>
          <p:nvPr/>
        </p:nvSpPr>
        <p:spPr>
          <a:xfrm>
            <a:off x="11292840" y="2176272"/>
            <a:ext cx="256032" cy="256032"/>
          </a:xfrm>
          <a:prstGeom prst="ellipse">
            <a:avLst/>
          </a:prstGeom>
          <a:solidFill>
            <a:srgbClr val="D99A2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רקמת חיבור באזור הפגיעה מתרבה ומייצרת קולגן לא מאורגן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האקסונים חייבים לחצות תחילה אזור דיבאק (נזק רטרוגרדי) ואז את הצלקת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התוצאה: פיצול חוזר של האקסון, סיבים דקים ופחות ממוילנים, וסיכוי נמוך יותר להגיע ליעד המקורי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המשכיות אנטומית חיצונית אינה מבטיחה תפקוד תקין - בתוך האזור הפגוע מתרחשת תגובה פרוליפרטיבית שמייצרת רקמת צלקת לא מאורגנת, שמפריעה לאקסונים הצומחים מחדש למצוא את הכיוון הנכון. בשילוב עם דיבאק פרוקסימלי כמעט תמידי, האקסונים מתפצלים שוב ושוב, מגיעים ל'טפטוף' ולא בבת אחת, ומגיעים דקים ומעוטי מיאלין. לכן נגע בהמשכיות אינו שווה-ערך לעצב בריא, אינו מצריך בהכרח כריתה מיידית מלאה (יש לו סיכוי לרגנרציה ספונטנית חלקית), ודיבאק פרוקסימלי דווקא כן מתרחש כמעט תמיד.</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רגנרציה מדורגת (Staggered regeneration)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תופעה שבה אקסונים מתחדשים מגיעים למקטע הדיסטלי בקצב לא אחיד ולא בו-זמנית, בשל עיכוב בחציית אזור צלקת לא מאורגן.</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לא ניתן להעריך את חומרת נגע-בהמשכיות רק מהמראה החיצוני של העצב בזמן ניתוח?</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נוירופתיית לחץ</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כמעט כל פגיעת לחץ על עצב כוללת בו-זמנית גם מרכיב איסכמי וגם מרכיב של עיוות מכני ישיר, ואיזה מהם אחראי בעיקר לפגיעות קלות והפיכות לעומת פגיעות חמורות וממושכות?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איסכמיה בלבד אחראית לכל סוגי הנזק, ללא קשר למשך הלחץ</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עיוות מכני בלבד קיים; אין כלל מרכיב איסכמי בנוירופתיית לחץ</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 המנגנונים בלתי תלויים לחלוטין זה בזה ולעולם לא פועלים יחד באותו מקרה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 אפשר ללחוץ על עצב בלי להשפיע גם על זרימת הדם דרכו - כך ששני המנגנונים פועלים תמיד יחד; איסכמיה אחראית בעיקר לפגיעה קלה והפיכה מהר (כמו שיתוק ליל שבת), ואילו עיוות מכני ישיר הוא הגורם העיקרי לפגיעות ממושכות וחמורות יותר</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נוירופתיית לחץ</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אי אפשר ללחוץ על עצב בלי להשפיע גם על זרימת הדם דרכו - כך ששני המנגנונים פועלים תמיד יחד; איסכמיה אחראית בעיקר לפגיעה קלה והפיכה מהר (כמו שיתוק ליל שבת), ואילו עיוות מכני ישיר הוא הגורם העיקרי לפגיעות ממושכות וחמורות 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לחץ על העצב פוגע תמיד גם באספקת הדם שלו - שני מנגנונים יחד, לא נפרדים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איסכמיה: אחראית בעיקר לפגיעה קלה, הפיכה במהירות (למשל שיתוק ליל שבת)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עיוות מכני ישיר: הגורם העיקרי לפגיעות חמורות/ממושכות יותר</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מבחינה פיזית, לחץ מספיק על עצב תמיד מכווץ גם את כלי הדם הזעירים המספקים אותו, כך ששני המנגנונים - איסכמי ומכני - קיימים תמיד יחד, לא בנפרד. עם זאת יש חלוקת תפקידים ברורה: פגיעה קצרה יחסית (כמו שינה עמוקה עם עצב לחוץ) גורמת בעיקר לירידה זמנית בזרימת הדם שחוזרת לתפקוד תוך שבועות, בעוד לחץ ממושך או חזק במיוחד גורם לעיוות פיזי ישיר של סיבי העצב ומיאלין שאינו חולף במהירות. הטענות שרק מנגנון אחד קיים, או ששני המנגנונים אינם קשורים כלל, אינן תואמות את מה שמתואר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שיתוק ליל שבת (Saturday night palsy)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פגיעת לחץ קלאסית וחולפת בעצב הרדיאלי, הנגרמת מלחץ ממושך של הזרוע כנגד עצם קשה (כמו משענת כיסא) בשינה עמוקה, בדרך כלל לאחר שתיית אלכוהול.</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יש 'תקופה קריטית' של כ-8 שעות באיסכמיה של גפה, שמעבר לה הנזק העצבי הופך בלתי הפיך?</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תופעת המעיכה הכפולה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תופעת 'המעיכה הכפולה' (double crush) ומדוע היא רלוונטית קלינית כאשר בוחנים חולה עם תסמיני עצב מדיאני בשורש כף היד?</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עצב שכבר סובל מלחץ קל-בינוני באתר אחד (למשל שורש צווארי) הופך רגיש יותר להופעת תסמינים גם מלחץ קל נוסף באתר מרוחק (כמו תעלת שורש כף היד), משום שהוא כבר 'עמוס' יותר קרוב לגוף התא</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מדובר בשני חתכים נפרדים לגמרי באותו עצב שאין ביניהם שום קשר פיזיולוגי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התופעה מתארת אך ורק פגיעה כפולה בשני עצבים שונים לגמרי, בלי כל השפעה הדדית ביניהם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מעיכה כפולה פירושה שהעצב נמעך פעמיים ברצף באותו האתר האנטומי בדיוק</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תופעת המעיכה הכפולה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עצב שכבר סובל מלחץ קל-בינוני באתר אחד (למשל שורש צווארי) הופך רגיש יותר להופעת תסמינים גם מלחץ קל נוסף באתר מרוחק (כמו תעלת שורש כף היד), משום שהוא כבר 'עמוס' יותר קרוב לגוף התא</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לחץ קל-בינוני באתר פרוקסימלי (למשל שורש צווארי) 'מעמיס' על העצב מראש</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העצב הופך רגיש יותר ללחץ נוסף באתר דיסטלי (למשל תעלת שורש כף היד)</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המשמעות הקלינית: תסמיני entrapment דיסטלי עשויים לשקף בעיה פרוקסימלית סמויה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המנגנון המוצע הוא שעצב הנתון תחת עומס כלשהו באתר אחד לאורך מסלולו מאבד עתודה פיזיולוגית, כך שלחץ נוסף - גם אם קל בפני עצמו - באתר מרוחק לגמרי לאורך אותו עצב יכול לחצות את סף התסמינים בקלות רבה יותר. מדובר באתר אחד ואתר שני על אותו עצב, לא בשני עצבים שונים לגמרי, וגם לא בשני מעיכות זהות באותו מקום פיזי - אלו תיאורים שאינם תואמים את המושג כפי שמוצג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Double crush phenomenon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מושג לפיו לחץ קל-בינוני על עצב באתר פרוקסימלי אחד מגביר את הרגישות של אותו עצב ללחץ נוסף באתר דיסטלי אחר לאורך מסלולו.</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חשוב לבדוק את עמוד השדרה הצווארי אצל חולה עם תסמונת תעלת שורש כף היד שאינה מגיבה היטב לטיפול?</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תסמונת תא וחוזה פולקמן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בחוזה פולקמן (Volkmann's contracture) ובתסמונת תא בכלל, אילו סיבים עצביים נפגעים בדרך כלל בצורה חמורה יותר מאיסכמיה, ומהו הסף המקובל להערכת סיכון לאוטם איסכמי לפי הפרש לחץ עורקי-רקמתי?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סיבי הכאב הדקים נפגעים תמיד יותר מהסיבים המוטוריים העבים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הבדל ברגישות בין סוגי הסיבים השונים לאיסכמיה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הסיבים העבים (מוטוריים ופרופריוצפטיביים) נפגעים יותר מהסיבים הדקים (כאב); אם ההפרש בין לחץ עורקי ללחץ רקמתי קטן מ-40 ממ"כ, סביר שיתפתח אוטם איסכמי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הסף הקריטי המקובל הוא הפרש של 100 ממ"כ בין הלחצים</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תסמונת תא וחוזה פולקמן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הסיבים העבים (מוטוריים ופרופריוצפטיביים) נפגעים יותר מהסיבים הדקים (כאב); אם ההפרש בין לחץ עורקי ללחץ רקמתי קטן מ-40 ממ"כ, סביר שיתפתח אוטם איסכמי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סיבים עבים (מוטוריים/פרופריוצפטיביים) רגישים יותר לאיסכמיה מסיבי כאב דקים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מדידה מעשית: מחט + תמיסת מלח + מד לחץ להערכת לחץ הרקמה בפועל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990011">
              <a:alpha val="12000"/>
            </a:srgbClr>
          </a:solidFill>
          <a:ln w="15875">
            <a:solidFill>
              <a:srgbClr val="990011"/>
            </a:solidFill>
            <a:prstDash val="solid"/>
          </a:ln>
        </p:spPr>
      </p:sp>
      <p:sp>
        <p:nvSpPr>
          <p:cNvPr id="15" name="Shape 13"/>
          <p:cNvSpPr/>
          <p:nvPr/>
        </p:nvSpPr>
        <p:spPr>
          <a:xfrm>
            <a:off x="11292840" y="3913632"/>
            <a:ext cx="256032" cy="256032"/>
          </a:xfrm>
          <a:prstGeom prst="ellipse">
            <a:avLst/>
          </a:prstGeom>
          <a:solidFill>
            <a:srgbClr val="990011"/>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סף אזהרה: הפרש עורקי-רקמתי מתחת ל-40 ממ"כ - סביר אוטם איסכמי - דקומפרסיה (פסיוטומיה) מיידית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בפרק מודגש שהסיבים הגדולים - אלה שנושאים מסרים מוטוריים ופרופריוצפטיביים - רגישים יותר לחוסר חמצן ונפגעים ראשונים ובחומרה רבה יותר, בעוד סיבי הכאב הדקים עמידים יחסית ונשארים פעילים זמן רב יותר. לכן חולשה מוטורית עשויה להקדים תלונת כאב בהערכת תסמונת תא. הסף המקובל למדידה קלינית הוא הפרש נמוך מ-40 ממ"כ בין לחץ עורקי ללחץ רקמתי, ולא 100 ממ"כ, וטענות שאין הבדל כלל בין סוגי הסיבים אינן נכונות.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חוזה פולקמן (Volkmann's contracture)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ניוון ואיבוד תפקוד קבועים בשרירי אמת היד הכופפים ובעצב המדיאני, כתוצאה מאיסכמיה חמורה וממושכת בתסמונת תא לא-מטופלת של הזרוע.</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בבדיקה גופנית של חולה עם חשד לתסמונת תא, ירידה בכוח שריר עשויה להקדים ירידה בתחושת כאב?</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פגיעת הזרקה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המנגנון העיקרי לנזק עצבי בפגיעת הזרקה (injection injury), והיכן שני האתרים השכיחים ביותר לפגיעה כזו?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המנגנון העיקרי הוא חום שנוצר מהמחט עצמה, והאתרים השכיחים הם כף היד ושורש כף הרגל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המנגנון העיקרי הוא נמק (necrosis) הנגרם מהחומר הרעיל שהוזרק, חמור יותר כשההזרקה תוך-עצבית; האתרים השכיחים ביותר הם העצב הסיאטי בישבן והעצב הרדיאלי בזרוע</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המנגנון העיקרי הוא זיהום חיידקי בלבד, ללא כל השפעה רעילה ישירה של החומר עצמו</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פגיעת הזרקה לעולם אינה גורמת לעיכוב בהופעת התסמינים - התסמינים תמיד מיידיים לחלוטין</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פגיעת הזרקה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המנגנון העיקרי הוא נמק (necrosis) הנגרם מהחומר הרעיל שהוזרק, חמור יותר כשההזרקה תוך-עצבית; האתרים השכיחים ביותר הם העצב הסיאטי בישבן והעצב הרדיאלי בזרוע</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990011">
              <a:alpha val="12000"/>
            </a:srgbClr>
          </a:solidFill>
          <a:ln w="15875">
            <a:solidFill>
              <a:srgbClr val="990011"/>
            </a:solidFill>
            <a:prstDash val="solid"/>
          </a:ln>
        </p:spPr>
      </p:sp>
      <p:sp>
        <p:nvSpPr>
          <p:cNvPr id="7" name="Shape 5"/>
          <p:cNvSpPr/>
          <p:nvPr/>
        </p:nvSpPr>
        <p:spPr>
          <a:xfrm>
            <a:off x="11292840" y="2176272"/>
            <a:ext cx="256032" cy="256032"/>
          </a:xfrm>
          <a:prstGeom prst="ellipse">
            <a:avLst/>
          </a:prstGeom>
          <a:solidFill>
            <a:srgbClr val="990011"/>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נמק רעיל מהחומר המוזרק - חמור במיוחד בהזרקה תוך-עצבית ולא רק אפינוריאלית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אתרים שכיחים: עצב סיאטי (ישבן), עצב רדיאלי (זרוע)</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בכ-10% מהמטופלים - עיכוב של שעות עד ימים בהופעת התסמינים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הנזק בפגיעת הזרקה נובע בעיקר מהשפעה רעילה ישירה של החומר המוזרק על רקמת העצב, לא מחום פיזי או מזיהום חיצוני - וההשפעה חמורה במיוחד כאשר המחט חדרה בפועל לתוך העצב ולא רק לרקמה שמסביבו. שני האתרים השכיחים ביותר הם הישבן (עצב סיאטי) והזרוע (עצב רדיאלי), לא כף היד או כף הרגל. וחלק מהמטופלים (כ-10%) חווים דווקא עיכוב של שעות עד ימים לפני הופעת התסמינים, כך שהיעדר תסמינים מיידיים אינו שולל פגיעה.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Injection Injury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פגיעת עצב הנגרמת מהזרקת חומר (למשל תרופה) לתוך העצב או בסמוך לו, כאשר הנזק העיקרי נובע מנמק רעיל ולא מהחדרת המחט עצמה.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ממתינים 12-16 שבועות לפני שמחליטים על חקירה כירורגית וכריתת הנגע בפגיעת הזרקה?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ביולוגיה תאית של ניוון וולריאני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קורה בו-זמנית בגוף התא העצבי (פרוקסימלית) ובמקטע הדיסטלי המנותק לאחר פגיעת אקסון, וכיצד תאי השוואן משתתפים בתהליך?</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גוף התא נשאר ללא כל שינוי, ורק תאי השוואן משתנים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תאי השוואן מתים מיד לאחר הפגיעה ואינם משתתפים כלל בתהליך הרגנרציה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השינויים מתרחשים אך ורק במקטע הפרוקסימלי; המקטע הדיסטלי נשאר ללא שינוי עד שהאקסון החדש מגיע אליו</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גוף התא עובר chromatolysis ומעלה ביטוי גנים הקשורים לרגנרציה (RAGs) תוך הורדת ביטוי גנים של העברה עצבית; במקביל, במקטע הדיסטלי מתרחש ניוון וולריאני שבו תאי השוואן מפסיקים לבטא גנים של מיאלין, מפרישים גורמים כמוטקטיים (כמו IL-1 ו-MCP-1) שמגייסים מקרופאגים, ויוצרים 'צינורות בנגנר' (Bands of Büngner) התומכים בצמיחה מחדש בקצב של כ-1-3 מ"מ ליום</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ביולוגיה תאית של ניוון וולריאני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גוף התא עובר chromatolysis ומעלה ביטוי גנים הקשורים לרגנרציה (RAGs) תוך הורדת ביטוי גנים של העברה עצבית; במקביל, במקטע הדיסטלי מתרחש ניוון וולריאני שבו תאי השוואן מפסיקים לבטא גנים של מיאלין, מפרישים גורמים כמוטקטיים (כמו IL-1 ו-MCP-1) שמגייסים מקרופאגים, ויוצרים 'צינורות בנגנר' (Bands of Büngner) התומכים בצמיחה מחדש בקצב של כ-1-3 מ"מ ליום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גוף התא: chromatolysis, עלייה ב-RAGs (GAP-43, טובולין, אקטין), ירידה בגנים של העברה עצבית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מקטע דיסטלי: תאי שוואן משנים פנוטיפ - מפסיקים לבטא גני מיאלין, מפרישים IL-1 ו-MCP-1 לגיוס מקרופאגים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תוצאה: היווצרות 'צינורות בנגנר' (Bands of Büngner) שמנחים צמיחה מחדש בקצב 1-3 מ"מ ליום בלבד</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השינויים בגוף התא ובמקטע הדיסטלי מתרחשים במקביל ומשלימים זה את זה: גוף התא 'נערך' מחדש לייצור חלבוני מבנה לצמיחה (RAGs) תוך הפחתת ייצור חלבוני העברה עצבית, ואילו תאי השוואן במקטע הדיסטלי הופכים משמרני-מיאלין לתומכי-רגנרציה, מגייסים מקרופאגים לפינוי פסולת, ובונים תעלות מנחות. תאי השוואן דווקא שורדים (אינם מתים) ותפקידם קריטי; גם המקטע הדיסטלי עובר שינויים משמעותיים (לא נשאר סטטי); ושינויים מתרחשים בשני הקטבים בו-זמנית, לא רק באחד מהם.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Bands of Büngner (צינורות בנגנר)</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תעלות שנוצרות מתאי שוואן שורדים ומהממברנה הבזלית במקטע הדיסטלי לאחר ניוון וולריאני, ומשמשות מסלול פיזי המנחה את האקסון הצומח מחדש אל היעד המקורי.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צוות שיפוצים (תאי שוואן ומקרופאגים) שמפנה הריסות ישנות ובונה פיגומי מנהרה זמניים (צינורות בנגנר) לכבל חדש שיימשך דרכם - בקצב איטי מאוד של כ-1-3 מ"מ ליום בלבד.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חלון ההזדמנויות הביולוגי הזה (עלייה ב-RAGs) מוגבל בזמן, ומה המשמעות הקלינית?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F96167"/>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מגבלות רגנרציה לאחר תיקון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9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חולה עבר תיקון מיקרוכירורגי טכני מוצלח לפגיעה במקלעת הזרוע, אך עדיין נותר עם חולשה שיורית משמעותית. אילו שלושה גורמים ביולוגיים, לפי הפרק, מסבירים תוצאה תפקודית מוגבלת כזו גם כשהניתוח 'הצליח'?</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גיל המטופל בלבד, ללא כל גורם ביולוגי נוסף</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אקסוטומיה כרונית של הנוירון (ירידת יכולת רגנרציה לכ-37%), דנרווציה כרונית של תאי השוואן במקטע הדיסטלי (פחות מ-10% התחדשות מעל 6 חודשים), ורגנרציה מדורגת ומוטעית (עד 30% מהאקסונים מגיעים ליעד שגוי)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זיהום פוסט-ניתוחי יכול להסביר תוצאה כזו</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חוסר שינה בתקופת ההחלמה הוא ההסבר היחיד המוזכר בפרק</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F96167"/>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מגבלות רגנרציה לאחר תיקון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אקסוטומיה כרונית של הנוירון (ירידת יכולת רגנרציה לכ-37%), דנרווציה כרונית של תאי השוואן במקטע הדיסטלי (פחות מ-10% התחדשות מעל 6 חודשים), ורגנרציה מדורגת ומוטעית (עד 30% מהאקסונים מגיעים ליעד שגוי)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990011">
              <a:alpha val="12000"/>
            </a:srgbClr>
          </a:solidFill>
          <a:ln w="15875">
            <a:solidFill>
              <a:srgbClr val="990011"/>
            </a:solidFill>
            <a:prstDash val="solid"/>
          </a:ln>
        </p:spPr>
      </p:sp>
      <p:sp>
        <p:nvSpPr>
          <p:cNvPr id="7" name="Shape 5"/>
          <p:cNvSpPr/>
          <p:nvPr/>
        </p:nvSpPr>
        <p:spPr>
          <a:xfrm>
            <a:off x="11292840" y="2176272"/>
            <a:ext cx="256032" cy="256032"/>
          </a:xfrm>
          <a:prstGeom prst="ellipse">
            <a:avLst/>
          </a:prstGeom>
          <a:solidFill>
            <a:srgbClr val="990011"/>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אקסוטומיה כרונית: יכולת רגנרציה של הנוירון יורדת בהדרגה לכ-37% בלבד</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דנרווציה כרונית של תאי שוואן: מעל 6 חודשים - פחות מ-10% מהתחדשות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6D2E46">
              <a:alpha val="12000"/>
            </a:srgbClr>
          </a:solidFill>
          <a:ln w="15875">
            <a:solidFill>
              <a:srgbClr val="6D2E46"/>
            </a:solidFill>
            <a:prstDash val="solid"/>
          </a:ln>
        </p:spPr>
      </p:sp>
      <p:sp>
        <p:nvSpPr>
          <p:cNvPr id="15" name="Shape 13"/>
          <p:cNvSpPr/>
          <p:nvPr/>
        </p:nvSpPr>
        <p:spPr>
          <a:xfrm>
            <a:off x="11292840" y="3913632"/>
            <a:ext cx="256032" cy="256032"/>
          </a:xfrm>
          <a:prstGeom prst="ellipse">
            <a:avLst/>
          </a:prstGeom>
          <a:solidFill>
            <a:srgbClr val="6D2E46"/>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רגנרציה מדורגת ומוטעית: עד 30% מהאקסונים מגיעים ליעד שגוי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כל שלושת הגורמים נובעים מאותו 'חלון RAGs' הביולוגי המוגבל בזמן, שדועך הרבה לפני שקצב הרגנרציה האיטי (1-3 מ"מ ליום) מספיק להגיע ליעד רחוק כמו במקלעת הזרוע. ככל שחולפים יותר חודשים, גם הנוירון עצמו (אקסוטומיה כרונית) וגם תאי השוואן הדיסטליים (דנרווציה כרונית) מאבדים יכולת תמיכה ברגנרציה, ובנוסף חלק ניכר מהאקסונים שכן מגיעים דיסטלית מגיעים לתעלות אנדונוריאליות לא מתאימות. הסבר של זיהום או חוסר שינה בלבד, או גיל בלבד, אינם התהליכים הפתופיזיולוגיים המרכזיים שהפרק מתאר כאן.</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חלון RAGs (RAG expression window)</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פרק הזמן המוגבל שבו נוירונים פגועים ותאי שוואן במקטע הדיסטלי מבטאים ברמה גבוהה גנים התומכים ברגנרציה (RAGs), לפני שביטוים דועך בחזרה לרמת בסיס.</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מהן שתי האסטרטגיות הטיפוליות העתידיות שמנסות לגשר על הפער בין חלון ה-RAGs הקצר לקצב הרגנרציה האיטי?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Sunderland</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אנדונוריום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פרינוריום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אפינוריום</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Neurotmesis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חתך חד</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חתך קהה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lesion in continuity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רגנרציה מדורגת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דיבאק</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קולגן</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איסכמיה</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2026-08-30T16:12:26Z</dcterms:created>
  <dcterms:modified xsi:type="dcterms:W3CDTF">2026-08-30T16:12:26Z</dcterms:modified>
</cp:coreProperties>
</file>