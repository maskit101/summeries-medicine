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9552" y="640080"/>
            <a:ext cx="1078992" cy="1078992"/>
          </a:xfrm>
          <a:prstGeom prst="ellipse">
            <a:avLst/>
          </a:prstGeom>
          <a:ln w="381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88152" y="86868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031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נוירוכירורגיה — כרך 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פרק 100: גנטיקה מולקולרית ופיתוח מטרות לטיפול בגליומה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Genetics and the Development of Targets for Glioma Therapy  ·  Youmans Neurological Surgery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59436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כרטיסיות תרגול · שאלה ואז תשובה מלאה בכל כרטיסייה · לסטטיסטיקה חיה השתמשי באפליקציית ה-HTML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מולקולרי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1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ההשלכה התוך-תאית העיקרית של מוטציית IDH1 (R132H) בגליומה?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איבוד מוחלט של פעילות אנזימטית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רכישת פעילות אנזימטית חדשה המייצרת 2-hydroxyglutarate (2-HG)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הגברת ייצור אנרגיה מיטוכונדריאלית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עיכוב ישיר של קולטן EGFR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מולקולרי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רכישת פעילות אנזימטית חדשה המייצרת 2-hydroxyglutarate (2-HG)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פעילות neomorphic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מייצרת 2-HG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משבשת אפיגנטיקה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IDH1 המוטנטי רוכש פעילות חדשה שמייצרת את האונקומטבוליט 2-HG, שמעכב אנזימי דה-מתילציה ומוביל לפנוטיפ מתילציה גלובלי (G-CIMP).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2-hydroxyglutarate (2-HG)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אונקומטבוליט המצטבר עקב פעילות neomorphic של IDH מוטנטי, ומעכב אנזימי דה-מתילציה תלויי α-KG.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מפתח שהשתנה קלות והתחיל לפתוח דלתות שהוא לא אמור לפתוח - האנזים המוטנטי 'פותח' מסלול אפיגנטי שגוי.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למה גליומה IDH-מוטנטית קשורה לפרוגנוזה טובה יותר?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אבחנה מבדלת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2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מטופל עם גליומה IDH-מוטנטית, ATRX אבוד, ללא מחיקת 1p/19q. מהי האבחנה הסבירה?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אסטרוציטומה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אולינגודנדרוגליומה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מנינגיומה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מדולובלסטומה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אבחנה מבדלת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אסטרוציטומה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ATRX loss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1p/19q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אסטרוציטומה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אובדן ATRX ומחיקת 1p/19q הם הדדיים כמעט לחלוטין - ATRX loss מאפיין אסטרוציטומה, בעוד 1p/19q codeletion מאפיין אולינגודנדרוגליומה.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ATRX loss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אובדן חלבון ATRX (מתחזק כרומטין) המוביל למנגנון הארכת טלומרים אלטרנטיבי (ALT); סמן לאסטרוציטומה IDH-מוטנטית.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שני מסלולים מקבילים שלא נפגשים - אם הרכבת בכיוון ATRX, היא כבר לא תגיע לתחנת 1p/19q.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מדוע חשוב לבדוק את שני הסמנים יחד ולא רק אחד?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מסקנה קלינית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3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מתילציה של פרומוטור MGMT קשורה לתגובה טובה יותר לטמוזולומיד?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מגבירה את ייצור האנזים המתקן DNA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הופכת את הגידול לרגיש יותר לקרינה בלבד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משתיקה את גן התיקון, כך שנזק האלקילציה מטמוזולומיד נשאר בלתי מתוקן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היא מונעת חדירת התרופה למחסום הדם-מוח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מסקנה קלינית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היא משתיקה את גן התיקון, כך שנזק האלקילציה מטמוזולומיד נשאר בלתי מתוקן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השתקת MGMT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תיקון DNA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מוות תאי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מתילציה משתיקה את גן MGMT, כך שהאנזים שמתקן נזק אלקילציה (שטמוזולומיד גורם) אינו מיוצר - הנזק נשאר, והתא מת.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MGMT (O6-methylguanine-DNA methyltransferase)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אנזים תיקון DNA שמסיר קבוצות אלקיל; מתילציית הפרומוטור שלו משתיקה אותו ומגבירה רגישות לטמוזולומיד.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צוות תיקונים שפוטר - הנזק שהתרופה גורמת נשאר בלי מי שיתקן אותו, והמבנה (התא) קורס.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המשמעות המעשית לבחירת טיפול במטופל מבוגר?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מולקולרי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4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שלושה מסלולים משובשים כמעט תמיד יחד בגליובלסטומה IDH-wildtype ראשונית?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Wnt, Notch, Hedgehog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RTK/RAS/PI3K, p53, Rb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קרישה, דלקת, אנגיוגנזה בלבד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מטבוליזם של שומנים בלבד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מולקולרי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RTK/RAS/PI3K, p53, Rb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RTK/RAS/PI3K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ניתוח TCGA הראה ששלושת המסלולים RTK/RAS/PI3K, p53 ו-Rb משובשים יחד ברוב הגליובלסטומות, ולעיתים קרובות ביותר ממנגנון אחד לכל מסלול.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TCGA core pathways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שלושה מסלולי איתות/בקרת מחזור תא שמשובשים במשולב כמעט בכל גליובלסטומה: RTK/RAS/PI3K לשגשוג, p53 לבקרת נזק DNA, Rb לבלימת מחזור התא.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רכב שאיבד בו-זמנית את הבלמים (Rb/p53) ואת הגז שנתקע פתוח (RTK/RAS/PI3K) - שילוב הרסני.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מדוע חסימת מסלול יחיד לרוב אינה מספיקה טיפולית?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מסקנה קלינית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5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מדוע מעכבי טירוזין קינאז נגד EGFR (כגון Erlotinib) הראו הצלחה קלינית מוגבלת בגליובלסטומה, למרות שהגברת EGFR שכיחה מאוד?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הטרוגניות תוך-גידולית ואובדן PTEN מאפשרים לתת-שיבוטים לעקוף את התלות ב-EGFR, בנוסף למחסום הדם-מוח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אינו מבוטא כלל בגליובלסטומה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התרופות גורמות לרעילות קרדיאלית קשה שמונעת מינון מספק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הגליובלסטומות הן IDH-מוטנטיות ולכן לא רגישות ל-EGFR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מסקנה קלינית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א) הטרוגניות תוך-גידולית ואובדן PTEN מאפשרים לתת-שיבוטים לעקוף את התלות ב-EGFR, בנוסף למחסום הדם-מוח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הטרוגניות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אובדן PTEN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מחסום דם-מוח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(1): גם אם EGFR מוגבר בחלק מהתאים, תת-שיבוטים אחרים בגידול עם אובדן PTEN או מוטציות אחרות ממשיכים לשגשג ללא תלות ב-EGFR, ובנוסף התרופות מתקשות לחדור את מחסום הדם-מוח ביעילות.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Intratumoral heterogeneity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מצב שבו תת-אוכלוסיות תאים שונות בתוך אותו גידול נושאות מוטציות מניעות שונות, כך שטיפול ממוקד מטרה יחידה משאיר אוכלוסיות עמידות.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לנסות לכבות שריפה שהתפצלה לכמה מוקדים נפרדים על ידי כיבוי מוקד אחד בלבד - האש הכללית ממשיכה לבעור.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מה המשמעות לגישות טיפוליות עתידיות?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אבחנה מבדלת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6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אילו שינויים גנטיים מאפיינים בעיקר את תת-הסוג ה-Mesenchymal של גליובלסטומה?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הגברת PDGFRA ומוטציית IDH1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אובדן NF1 וביטוי גבוה של סמני דלקת/נמק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מחיקה משולבת 1p/19q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מוטציית BRAF V600E בלבד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אבחנה מבדלת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ב) אובדן NF1 וביטוי גבוה של סמני דלקת/נמק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אובדן NF1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דלקת/נמק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עמידות טיפולית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(2): תת-הסוג Mesenchymal מאופיין באובדן NF1 וביטוי גבוה של סמנים דלקתיים/נמקיים, ולעיתים קרובות קשור לחדירת תאי מיקרוגליה/מקרופאג' ולעמידות טיפולית יחסית.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Mesenchymal subtype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תת-סוג טרנסקריפטומי של גליובלסטומה המאופיין באובדן NF1 וביטוי גבוה של סמני דלקת/נמק.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שכונה שעברה שיפוץ 'קשוח' - הרבה 'הריסה' (נמק) ו'תעבורה כבדה' (חדירת תאי דלקת) בו-זמנית.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האם תת-הסוגים הטרנסקריפטומיים קבועים לאורך זמן באותו מטופל?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31089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מולקולרי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531352" y="3657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כרטיסייה 7 מתוך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מהי הפונקציה שמוטציית פרומוטור TERT מפעילה מחדש בתא הגידולי?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44200" y="2852928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107442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ייצור קולגן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84448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744200" y="3785616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2" name="Text 10"/>
          <p:cNvSpPr/>
          <p:nvPr/>
        </p:nvSpPr>
        <p:spPr>
          <a:xfrm>
            <a:off x="10744200" y="37856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584448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פירוק שומנים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44200" y="4718304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10744200" y="47183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517136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פעילות טלומראז, המאפשרת חלוקה תאית בלתי מוגבלת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449824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44200" y="5650992"/>
            <a:ext cx="365760" cy="36576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10744200" y="5650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498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הפרשת אינסולין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31089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מנגנון מולקולרי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הנכונה: ג) פעילות טלומראז, המאפשרת חלוקה תאית בלתי מוגבלת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38160" y="1554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קורה בפועל: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38160" y="192024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1C7293">
              <a:alpha val="12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292840" y="2176272"/>
            <a:ext cx="256032" cy="25603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8275320" y="197510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טלומראז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738360" y="269748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138160" y="278892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2C5F2D">
              <a:alpha val="12000"/>
            </a:srgbClr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0" y="3044952"/>
            <a:ext cx="256032" cy="256032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8275320" y="284378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שימור טלומרים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738360" y="3566160"/>
            <a:ext cx="0" cy="914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138160" y="3657600"/>
            <a:ext cx="3474720" cy="777240"/>
          </a:xfrm>
          <a:prstGeom prst="roundRect">
            <a:avLst>
              <a:gd name="adj" fmla="val 8235"/>
            </a:avLst>
          </a:prstGeom>
          <a:solidFill>
            <a:srgbClr val="D99A2B">
              <a:alpha val="12000"/>
            </a:srgbClr>
          </a:solidFill>
          <a:ln w="15875">
            <a:solidFill>
              <a:srgbClr val="D99A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92840" y="3913632"/>
            <a:ext cx="256032" cy="256032"/>
          </a:xfrm>
          <a:prstGeom prst="ellipse">
            <a:avLst/>
          </a:prstGeom>
          <a:solidFill>
            <a:srgbClr val="D99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3712464"/>
            <a:ext cx="28803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אלמורטליות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155448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16276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הסבר: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1901952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התשובה הנכונה (3): מוטציית פרומוטור TERT מפעילה מחדש את האנזים טלומראז, שמאריך את הטלומרים ומונע את הזדקנות/מוות התא הטבעי לאחר חלוקות רבות - כלומר מקנה 'אלמורטליות' תאית.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7406640" cy="9144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18211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מונח: TERT promoter mutation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347472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מוטציה באזור הרגולטורי של גן טלומראז שמפעילה אותו מחדש, מאפשרת חלוקת תאים בלתי מוגבלת.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7406640" cy="1417320"/>
          </a:xfrm>
          <a:prstGeom prst="roundRect">
            <a:avLst>
              <a:gd name="adj" fmla="val 38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3367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סיפור לזכירה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31520" y="4526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כמו שעון חול שממלאים מחדש בלי הפסקה - הזמן (הזדקנות התא) פשוט לא נגמר.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1520" y="504748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900" i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שאלי את עצמך: באילו שני סוגי גליומה נפוצה מוטציה זו, ולמה זה מעניין?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מצגת סטטית — ללא ניקוד חי. לתרגול עם סטטיסטיקה בזמן אמת, השתמשי באפליקציית ה-HTML (flashcards.html).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C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הכרטיסיות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97280" y="1463040"/>
            <a:ext cx="999439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IDH1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2-HG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G-CIMP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neomorphic activity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ATRX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1p/19q codeletion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astrocytoma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oligodendroglioma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temozolomide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methylation</a:t>
            </a:r>
            <a:endParaRPr lang="en-US" sz="1600" dirty="0"/>
          </a:p>
          <a:p>
            <a:pPr rtl="1" algn="r" marL="342900" indent="-342900">
              <a:spcAft>
                <a:spcPts val="1200"/>
              </a:spcAft>
              <a:buSzPct val="100000"/>
              <a:buChar char="●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repair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63093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maskit101.github.io/summeries-medicine/neurosurgery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2026-09-07T08:01:11Z</dcterms:created>
  <dcterms:modified xsi:type="dcterms:W3CDTF">2026-09-07T08:01:11Z</dcterms:modified>
</cp:coreProperties>
</file>