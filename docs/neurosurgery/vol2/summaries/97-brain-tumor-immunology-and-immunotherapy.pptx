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97: אימונולוגיה ואימונותרפיה של גידולי מוח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Immunology and Immunotherapy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חמקנות חיסונית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תאי גליומה מבטאים ברמה נמוכה מולקולות MHC class I ו-HLA?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כדי לגדול מהר יותר מבחינה מטבולית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כדי להימנע מזיהוי על ידי תאי T ציטוטוקסיים, שזקוקים למולקולות אלו כדי לזהות את התא כזר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כדי לשפר את אספקת הדם לגידול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 זהו תוצר לוואי אקראי של חלוקת תאים מהירה ולא מנגנון חמקנות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חמקנות חיסונית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כדי להימנע מזיהוי על ידי תאי T ציטוטוקסיים, שזקוקים למולקולות אלו כדי לזהות את התא כזר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 class I מציג פפטידים תוך-תאיים על פני הממברנה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 T ציטוטוקסי (CD8+) סורק ומזהה פפטידים 'זרים' על MHC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ירידה בביטוי MHC = פחות 'תגי זיהוי' = חמקנות מהתקיפה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MHC class I הוא המנגנון שדרכו תא מציג לתאי T ציטוטוקסיים מה יש בתוכו. הורדת הביטוי היא אסטרטגיית חמקנות אקטיבית, לא תוצר לוואי. תשובות 1, 3 ו-4 אינן קשורות למנגנון האימונולוגי שתואר בפרק.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MHC class 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מולקולת הצגה על פני כל תא גרעיני, מציגה פפטידים תוך-תאיים לתאי T ציטוטוקסיים (CD8+).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תג שם על חולצה - בלי התג (MHC), השומר (תא T) לא יכול לדעת אם מישהו שייך למקום או פולש.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דווקא ירידה ב-MHC ולא הרס מוחלט שלו?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Tregs וכימוקינים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כימוקינים מפריש הגידול כדי לגייס תאי T רגולטוריים (Tregs) לתוכו?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IL-2 ו-IFN-gamma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VEGF ו-PDGF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CCL2 ו-CCL22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ו-EGFRvIII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Tregs וכימוקינים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CCL2 ו-CCL22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הגידול מפריש כימוקינים ספציפיים אל תוך המיקרו-סביבה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CCL2 ו-CCL22 נקשרים לקולטנים על פני Tregs (CD4+CD25+FoxP3+)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Tregs נודדים לגידול ומדכאים שם תאי T אפקטוריים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CCL2 ו-CCL22 הם הכימוקינים הספציפיים שהפרק מתאר כמגייסים Tregs לגליומה. IL-2 ו-IFN (1) הם ציטוקינים מפעילי-חיסון, לא כימוקינים מגייסי-Treg. VEGF/PDGF (3) קשורים לאנגיוגנזה ולא לגיוס חיסוני. EGFR/EGFRvIII (4) הם קולטנים ולא כימוקינים.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כימוקין (Chemokine)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חלבון קטן שמפריש תא ומכוון הגירה של תאים אחרים (כמוטקסיס) לכיוונו.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את הגידול משדר 'קריאה' ספציפית (CCL2/CCL22) שרק Tregs 'שומעים' ומגיעים אליה - כמו שריקה שרק כלב מסוים מזהה.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גיוס Tregs יעיל יותר מהרג ישיר של תאי T?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היסטוריה של אימונותרפיה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היה 'רעלן Coley' (Coley's toxin) ומה הרציונל ההיסטורי מאחוריו?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תרופה אנטי-דלקתית שהוזרקה למניעת זיהומים לאחר ניתוח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נוגדן חד-שבטי ראשון שפותח לטיפול בסרטן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חיסון פוליו שהותאם מחדש לטיפול בגליומה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תערובת חיידקים מומתים שהוזרקה לגידולים, בעקבות תצפית שחולים שפיתחו זיהום לאחר ניתוח חוו הצטמקות גידול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היסטוריה של אימונותרפיה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תערובת חיידקים מומתים שהוזרקה לגידולים, בעקבות תצפית שחולים שפיתחו זיהום לאחר ניתוח חוו הצטמקות גידול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Coley הבחין שזיהום חיידקי לאחר ניתוח קשור להצטמקות גידול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הוא פיתח תערובת חיידקים מומתים שהוזרקה ישירות לגידול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הרעיון: עורר תגובה דלקתית-חיסונית שתפגע גם בגידול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רעלן Coley הוא תערובת חיידקים מומתים, פותח בסוף המאה ה-19 בעקבות תצפית קלינית של Coley על הקשר בין זיהום פוסט-ניתוחי להצטמקות גידול. תשובות 1, 3 ו-4 מתארות מוצרים/מושגים אחרים שאינם קשורים לרעלן Coley.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Coley's Toxin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תערובת חיידקים מומתים (Streptococcus pyogenes ו-Serratia marcescens) שפותחה על ידי William Coley בסוף המאה ה-19 כטיפול חיסוני ראשוני בסרטן.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רופא ששם לב שחולה עם 'חום גבוה' מזיהום דווקא הבריא מהגידול - והחליט 'לייצר' את אותו חום מכוון כטיפול.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הרעיון הזה רלוונטי עדיין היום, מאה שנה מאוחר יותר?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נוגדנים ואימונוטוקסינים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שיטת ה-convection-enhanced delivery (CED) ומה הבעיה שהיא נועדה לפתור?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הזרקה תוך-ורידית של נוגדן שנועדה לעקוף לחלוטין את מחסום הדם-מוח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הזרקה תחת לחץ חיובי מתמשך ישירות לרקמת הגידול, המאפשרת פיזור נרחב יותר של התרופה מעבר לדיפוזיה פסיבית בלבד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שיטת הדמיה לזיהוי גבולות הגידול לפני ניתוח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טכניקת הקרנה ממוקדת המכוונת ישירות לתאי הגידול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נוגדנים ואימונוטוקסינים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הזרקה תחת לחץ חיובי מתמשך ישירות לרקמת הגידול, המאפשרת פיזור נרחב יותר של התרופה מעבר לדיפוזיה פסיבית בלבד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הבעיה: הזרקה נקודתית מסתמכת על דיפוזיה פסיבית איטית ולא אחידה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 מפעילה לחץ חיובי מתמשך דרך קטטר בתוך הגידול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התוצאה: פיזור נרחב ואחיד יותר של התרופה/אימונוטוקסין ברקמה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CED פותרת את בעיית הפיזור המוגבל של דיפוזיה פסיבית על ידי החדרת לחץ חיובי מתמשך שדוחף את התרופה למרחק גדול יותר ברקמה. תשובות 1, 3 ו-4 מתארות טכניקות אחרות שאינן CED.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Convection-Enhanced Delivery (CED)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טכניקת מתן תרופה תוך-רקמתית תחת לחץ חיובי מתמשך, המשפרת את פיזור התרופה מעבר לדיפוזיה פסיבית בלבד.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שמנסים להרטיב גינה שלמה מברז אחד: טפטוף פסיבי (דיפוזיה) מרטיב רק סביב הברז; אבל אם מוסיפים לחץ מתמשך (CED), המים 'נדחפים' הרבה יותר רחוק.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לא פשוט מגדילים את המינון הנוזרק במקום להשתמש ב-CED?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טיפולים תאיים - CAR-T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במה שונה זיהוי אנטיגן על ידי קולטן CAR (ב-CAR-T) מזיהוי טבעי של תא 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מזהה את האנטיגן ישירות על פני התא, ללא תלות בהצגתו על MHC - ובכך עוקף את הורדת ביטוי ה-MHC בגידול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פועל רק על תאי B ולא על תאי 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דורש נוכחות של Tregs כדי לתפקד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הבדל אמיתי - זהו אותו מנגנון בדיוק בשם אחר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טיפולים תאיים - CAR-T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CAR מזהה את האנטיגן ישירות על פני התא, ללא תלות בהצגתו על MHC - ובכך עוקף את הורדת ביטוי ה-MHC בגידול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זיהוי טבעי: TCR מזהה פפטיד המוצג על MHC בלבד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 הגליומה מוריד ביטוי MHC כדי לחמוק מזיהוי זה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מהונדס לזהות אנטיגן ישירות (כמו נוגדן) - עוקף את הצורך ב-MHC לגמרי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הייחוד של CAR הוא זיהוי ישיר של אנטיגן פני-שטח, ללא צורך בהצגה על MHC - כך שהוא 'עוקף' את אחד ממנגנוני החמקנות המרכזיים שתוארו בפרק. תשובות 2-4 שגויות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CAR (Chimeric Antigen Receptor)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קולטן מהונדס גנטית המושתל בתאי T של החולה, משלב זיהוי אנטיגן דמוי-נוגדן עם אותות הפעלה תוך-תאיים של תא 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משקפי ראייה מיוחדים (CAR) שמאפשרים לחייל לזהות אויב ישירות בלי להזדקק ל'תעודת זהות' (MHC) שהאויב ממילא הסתיר.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 זאת CAR-T לא 'פותר' לגמרי את בעיית הגליומה?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דיכוי Treg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התרופה denileukin diftitox (Ontak) וכיצד היא פועלת סלקטיבית נגד Tregs?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חלבון מיזוג של IL-2 וטוקסין דיפתריה, המכוון לתאים המבטאים את קולטן ה-IL-2 (CD25) - כמו Tregs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נוגדן חד-שבטי אנטי-PD-1 שחוסם checkpoint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כימותרפיה אלקילטיבית כללית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וקטור ויראלי הנושא גן לציטוקין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דיכוי Treg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חלבון מיזוג של IL-2 וטוקסין דיפתריה, המכוון לתאים המבטאים את קולטן ה-IL-2 (CD25) - כמו Tregs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Tregs מבטאים ברמה גבוהה את קולטן ה-IL-2 (CD25) על פני השטח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Ontak הוא חלבון מיזוג: חלק IL-2 (נקשר לקולטן) + חלק טוקסין דיפתריה (הורג את התא)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התא הנקשר (בעיקר CD25+ כמו Tregs) סופג את הטוקסין ומת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Ontak מנצל את הביטוי הגבוה של CD25 על Tregs כדי 'למען' טוקסין דיפתריה ישירות לתוכם באמצעות חלק IL-2 שבמולקולה. תשובות 1, 3 ו-4 מתארות תרופות/גישות אחרות לחלוטין.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Denileukin Diftitox (Ontak)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חלבון מיזוג של IL-2 וטוקסין דיפתריה, מכוון סלקטיבית לתאים המבטאים CD25 (קולטן IL-2) כמו Tregs.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'מלכודת דבש' - החלק שנראה כמו IL-2 (משיכה) מפתה את התא להיצמד, אבל בפועל הוא נושא רעל (טוקסין דיפתריה) שהורג אותו.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יעילות Ontak בגליומה הייתה מוגבלת יחסית להצלחתו בלימפומה?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אתגרי הדמיה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חולה עם גליובלסטומה מתחיל טיפול אנטי-PD-1. שישה שבועות לאחר מכן, MRI מדגים הגדלת אזור הצטיינות עם חומר ניגוד ובצקת מוגברת, אך המצב הקליני יציב-משתפר. מהי הפרשנות הסבירה ביותר וההמלצה לפי iRANO?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התקדמות ודאית - יש לשנות קו טיפול מיידית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לבצע כריתה כירורגית חוזרת מיידית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פסאודו-פרוגרסיה סבירה - יש להמשיך טיפול ולחזור על MRI בעוד מספר שבועות, בהיעדר הידרדרות קלינית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להפסיק כל מעקב הדמייתי נוסף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אתגרי הדמיה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פסאודו-פרוגרסיה סבירה - יש להמשיך טיפול ולחזור על MRI בעוד מספר שבועות, בהיעדר הידרדרות קלינית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עיתוי אופייני לפסאודו-פרוגרסיה: שבועות עד חודשים מתחילת אימונותרפיה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מנגנון: הסננת תאי חיסון אמיתית לגידול, לא גדילה של תאי גידול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קליני יציב/משתפר תומך בפסאודו-פרוגרסיה ולא בהתקדמות אמיתית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השילוב של עיתוי אופייני, המנגנון הביולוגי (הסננה דלקתית) ומצב קליני יציב-משתפר מתאים לפסאודו-פרוגרסיה. קריטריוני iRANO ממליצים במקרה כזה להמשיך טיפול ולחזור על הדמיה, ולא לשנות קו טיפול (1) או לפעול בפזיזות (3, 4).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iRANO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קריטריונים (immunotherapy Response Assessment in Neuro-Oncology) שפותחו כדי להבדיל בין פסאודו-פרוגרסיה להתקדמות אמיתית בחולים המטופלים באימונותרפיה.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שדה קרב (הגידול) שנראה 'הומה' יותר מבעבר בצילום אווירי - אבל זה כי חיילי הצד שלך (תאי חיסון) הגיעו לשם בהמוניהם, לא כי האויב התחזק.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MRI רגיל (לא iRANO) עלול להטעות כאן?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חיסונים ווקטורים ויראליים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העיקרון המשותף לכל סוגי חיסוני הגידול שתוארו בפרק (תאי גידול שלמים, פפטיד, DC, וקטור ויראלי)?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כולם פועלים על ידי הריגה ישירה של תאי גידול על ידי הרעלן עצמו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כולם דורשים ניתוח נוירוכירורגי חוזר לכל מנה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כולם מיועדים אך ורק למניעה טרם התפתחות הגידול, לא לטיפול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כולם חושפים את המערכת החיסונית לאנטיגן גידולי באופן שמעורר תגובה חיסונית ספציפית וזיכרון חיסוני ממושך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84B59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חיסונים ווקטורים ויראליים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כולם חושפים את המערכת החיסונית לאנטיגן גידולי באופן שמעורר תגובה חיסונית ספציפית וזיכרון חיסוני ממושך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חיסון תאי גידול שלמים: תאים מוקרנים המציגים מגוון אנטיגנים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חיסון פפטיד/DC: ממוקד לאנטיגן ספציפי (כמו EGFRvIII)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 המקרים: המטרה זיכרון חיסוני ממושך, לא הריגה חד-פעמית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כל סוגי החיסון שתוארו חולקים עיקרון משותף - חשיפת המערכת החיסונית לאנטיגן גידולי כדי לעורר תגובה ספציפית וזיכרון ממושך, בשונה מטיפול חד-פעמי הרסני. תשובות 1, 3 ו-4 אינן נכונות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חיסון גידולי (Tumor Vaccine)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אסטרטגיה טיפולית שמטרתה לעורר תגובה חיסונית ספציפית וממושכת נגד אנטיגני גידול, בניגוד לטיפול משמיד ישיר.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דמייני אימון צבאי (החיסון) שמלמד את הצבא (המערכת החיסונית) לזהות אויב ספציפי (הגידול) - הצבא לא הורג מיד, אלא 'לומד' לזהות ולתקוף בעצמו בהמשך.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בכלל צריך כמה סוגי חיסונים שונים ולא רק אחד הכי טוב?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תא T ציטוטוקסי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CCL2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CCL22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Coley's toxin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היסטוריה של אימונותרפיה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אימונוטוקסין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EGFRvIII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2026-09-04T18:09:18Z</dcterms:created>
  <dcterms:modified xsi:type="dcterms:W3CDTF">2026-09-04T18:09:18Z</dcterms:modified>
</cp:coreProperties>
</file>