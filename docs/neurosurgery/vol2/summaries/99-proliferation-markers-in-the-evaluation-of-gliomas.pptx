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99: סמנים של התרבות תאים בהערכת גליומות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Markers in the Evaluation of Gliomas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בסיסי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Ki-67 נחשב סמן שימושי להתרבות תאים?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דולף מתאים פגועים בגידול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מיוצר רק בתאי דם לבנים בתגובה לגידול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נוכח בגרעיני תאים בכל שלב פעיל של מחזור התא (G1/S/G2/M) ונעדר בתאים במנוחה (G0)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נוצר רק במהלך שלב המיטוזה עצמו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בסיסי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הוא נוכח בגרעיני תאים בכל שלב פעיל של מחזור התא (G1/S/G2/M) ונעדר בתאים במנוחה (G0)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Ki-67 = חלבון גרעיני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נוכח ב-G1/S/G2/M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נעדר ב-G0 (מנוחה)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Ki-67 קיים בגרעיני תאים בכל השלבים הפעילים של מחזור התא, ונעדר לגמרי בתאים שיצאו למנוחה (G0). זה שונה מ-PHH3 שמסמן רק מיטוזה (תשובה 4).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Ki-67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חלבון גרעיני המשמש כסמן להתרבות תאים; נוכח בכל שלבי מחזור התא הפעילים, נעדר ב-G0.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מאבטח שסופר רק את מי שממש 'על הרחבה' עכשיו (בכל שלב פעיל), לא את מי שיושב על הכיסא בפינה (G0).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חשוב קלינית?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שיטות מדידה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החיסרון העיקרי של ספירת מיטוזות (mitotic count) כשיטה למדידת קצב התרבות?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דורשת ציוד יקר ומתקדם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תלויה באיכות/משך הקיבוע ובגודל שדה הראייה (HPF) שמשתנה בין מיקרוסקופים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לא ניתנת לביצוע כלל בגליומות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מודדת רק תאים ב-G0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שיטות מדידה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היא תלויה באיכות/משך הקיבוע ובגודל שדה הראייה (HPF) שמשתנה בין מיקרוסקופים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תלוית קיבוע רקמה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HPF משתנה: 0.18-0.25 מ"מ²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קשה להשוות בין מעבדות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שדה הראייה בהגדלה גבוהה (HPF) משתנה בין מיקרוסקופים שונים (0.18–0.25 מ"מ²), וגם משך/איכות קיבוע הרקמה משפיעים על הספירה - מה שמקשה מאוד להשוות תוצאות בין מעבדות שונות.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HPF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High-Power Field - שדה הראייה בהגדלה גבוהה (בדרך כלל פי 400) שבו סופרים מיטוזות; גודלו המדויק משתנה בין מיקרוסקופים.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שני סורקים בגדלים שונים סופרים כוכבים בשמיים - מי שהעדשה שלו רחבה יותר יראה יותר כוכבים, גם אם השמיים זהים.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איך זה פתור בעתיד?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פרשנות תוצאות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כיצד מוגדר 'מדד התיוג' (labeling index) בצביעת Ki-67?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אחוז התאים החיוביים מתוך 1000 תאי גידול שנספרו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 המיטוזות שנספרו ב-10 HPF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יחס בין תאי הגידול לתאי דלקת ברקמה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עוצמת הצביעה הממוצעת בכל השדה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פרשנות תוצאות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אחוז התאים החיוביים מתוך 1000 תאי גידול שנספרו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תאים נספרים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אחוז חיוביים = labeling index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חצי-כמותי, תלוי-שיטה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מדד התיוג מוגדר כאחוז התאים הצובעים חיובי מתוך 1000 תאי גידול שנספרו. זו שיטה חצי-כמותית שמושפעת משונות באצוות צביעה, סף חיוביות ואזור הספירה שנבחר.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Labeling Index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אחוז התאים החיוביים לצביעה אימונוהיסטוכימית (בד"כ Ki-67) מתוך 1000 תאים שנספרו.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לספור כמה מתוך 1000 אנשים בקהל מרימים יד - האחוז הוא 'מדד התיוג' של הקהל.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בעייתי מבחינה מדעית?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גליומה לפי סוג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מדד ה-Ki-67 הממוצע האופייני לאסטרוציטומה פילוציטית (PA), ומה חשוב לזכור לגביו?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כ-20%, ומהווה קריטריון אבחנתי מרכזי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כ-50%, מעיד תמיד על התנהגות אגרסיבית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כ-10%, ומבדיל בין PA ל-PMA באופן אמין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פחות מ-2% בממוצע, אך ללא ערך פרוגנוסטי מוכח ואינו מבדיל בין PA ל-PMA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גליומה לפי סוג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פחות מ-2% בממוצע, אך ללא ערך פרוגנוסטי מוכח ואינו מבדיל בין PA ל-PMA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ממוצע &lt;2%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מנבא פרוגנוזה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מבדיל PA מ-PMA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מרבית המחקרים מדווחים על ממוצע Ki-67 נמוך מ-2% ב-PA, אך מחקרים חוזרים ונשנים נכשלו במציאת קורלציה בין המדד לתוצאה קלינית, וגם ל-PMA (הווריאנט האגרסיבי יותר) אין מדד שונה משמעותית.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PA / PMA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Pilocytic Astrocytoma / Pilomyxoid Astrocytoma - גידולים גליאליים אינדולנטיים בילדים; PMA בעל סיכון גבוה יותר לחזרה למרות מדד התרבות דומה.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שני תלמידים שקטים בכיתה (PA ו-PMA) עם אותה 'רמת אנרגיה' נמדדת - אבל אחד מהם (PMA) נוטה יותר לברוח מהכיתה (הישנות/התפשטות) מסיבות שלא קשורות לאנרגיה הנמדדת.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אז מה כן מבדיל בין PA ל-PMA קלינית?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אפנדימומה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הסף המקובל (בחלק ניכר מהמחקרים הגדולים) של ספירת מיטוזות המבדיל בין אפנדימומה דרגה II לדרגה III (אנפלסטית)?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מיטוזה ל-10 HPF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מיטוזות ל-10 HPF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מיטוזות ל-10 HPF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שום סף מקובל בשום מחקר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אפנדימומה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5 מיטוזות ל-10 HPF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סף: 5 מיטוזות/10 HPF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Ki-67 טווח: 0.1%-68.8%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שונות עצומה בין מחקרים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מרבית המחקרים הגדולים משתמשים ב-5 מיטוזות ל-10 HPF כסף מעשי. מדד Ki-67, לעומת זאת, מראה שונות עצומה בין מחקרים (טווח 0.1%-68.8%!) עם ערכי סף שונים שדווחו (1%, 4%, 9%, 20%, 25%).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אפנדימומה אנפלסטית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אפנדימומה דרגה III לפי WHO, המאופיינת בפעילות מיטוטית מוגברת ותאיות מרובה יותר מדרגה II.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שופט טניס שסופר 'מכות חזקות' (מיטוזות) לפי כלל ברור (5 ומעלה = משחק אגרסיבי), אבל כשמנסים למדוד את זה בעזרת מד-דופק (Ki-67) מקבלים תוצאות פרועות בין קבוצה לקבוצה.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יש כזו שונות דווקא באפנדימומה?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סמנים חלופיים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ההבדל העיקרי בין PHH3 ל-Ki-67 כסמני התרבות?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הבדל, שניהם מסמנים את אותם תאים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PHH3 מסמן ספציפית תאים במיטוזה בלבד, בעוד Ki-67 מסמן תאים בכל שלבי מחזור התא הפעילים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PHH3 עובד רק על רקמה קפואה, Ki-67 על רקמה קבועה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PHH3 הוא סמן ותיק שאינו בשימוש היום, בניגוד ל-Ki-67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סמנים חלופיים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PHH3 מסמן ספציפית תאים במיטוזה בלבד, בעוד Ki-67 מסמן תאים בכל שלבי מחזור התא הפעילים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PHH3 = מיטוזה בלבד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Ki-67 = כל מחזור התא הפעיל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זרחון היסטון H3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PHH3 (זרחון טירוזין 3 של היסטון H3) מסמן ספציפית תאים במיטוזה, ולכן שונה מ-Ki-67 שמסמן את כל התאים הנמצאים בשלב פעיל כלשהו של מחזור התא (לא רק מיטוזה).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PHH3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Phospho-Histone H3 - סמן אימונוהיסטוכימי חדש יחסית, ספציפי למיטוזה בלבד, שעובד היטב על רקמה קבועה בפורמלין.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שני צלמים באירוע: Ki-67 מצלם כל מי שנמצא באולם (כל מחזור התא), ו-PHH3 מצלם רק את מי שממש עולה על הבמה (מיטוזה).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החיסרון של PHH3?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מסקנה קלינית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לפי מסקנתו של Prayson שמצוטטת בפרק, מה תפקידם הנכון של מדדי התרבות (כמו Ki-67) באבחנה?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עזר משלים להערכה היסטולוגית, לא קריטריון בלעדי לניבוי התנהגות הגידול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הכלי היחיד הדרוש לקביעת דרגת הגידול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שיש להתעלם ממנו לחלוטין באבחנה קלינית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המחליף לחלוטין את ההערכה ההיסטולוגית המסורתית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מסקנה קלינית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כלי עזר משלים להערכה היסטולוגית, לא קריטריון בלעדי לניבוי התנהגות הגידול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עזר, לא בלעדי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בשילוב עם היסטולוגיה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מנבא לבד את ההתנהגות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Prayson מסכם שמדדי Ki-67/MIB-1 עשויים להיות שימושיים בשילוב עם מאפיינים היסטולוגיים אחרים, אך אינם מנבאים באופן מוחלט את התנהגות הגידול כשלעצמם.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Prayson's Conclusion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העיקרון לפיו מדדי התרבות משלימים אך אינם מחליפים הערכה היסטופתולוגית כוללת.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תבלין טוב במתכון - הוא משפר את המנה אך לא יכול להחליף את המרכיב העיקרי.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המשמעות המעשית לפתולוג?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Ki-67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cycle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marker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mitotic count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HPF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microscopy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index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immunohistochemistry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pilocytic astrocytoma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2026-09-06T07:24:09Z</dcterms:created>
  <dcterms:modified xsi:type="dcterms:W3CDTF">2026-09-06T07:24:09Z</dcterms:modified>
</cp:coreProperties>
</file>