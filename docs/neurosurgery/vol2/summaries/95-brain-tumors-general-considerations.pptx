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כרך 2</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95: גידולי מוח - שיקולים כלליים</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Brain Tumors- General Considerations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7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מולקולרי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קורה כשפרומוטר גן MGMT עובר מתילציה בתא של גליומה?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האנזים MGMT מיוצר ביתר, והתרופה טמוזולומיד הופכת פחות יעילה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התא הופך שפיר ומפסיק להתחלק</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פחות אנזים MGMT מיוצר, ולכן פחות תיקון DNA לאחר נזק מטמוזולומיד — התרופה יעילה יותר</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הגן MGMT עובר מוטציה נקודתית קבועה</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מולקולרי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פחות אנזים MGMT מיוצר, ולכן פחות תיקון DNA לאחר נזק מטמוזולומיד — התרופה יעילה יותר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טמוזולומיד מוסיפה קבוצת מתיל ל-DNA וגורמת לשגיאות שכפול קטלניות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אנזים MGMT מסיר את קבוצת המתיל ו'מתקן' את הנזק</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מתילציה של הפרומוטר משתיקה את הגן — פחות אנזים תיקון זמין</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מתילציה של פרומוטר היא השתקה אפיגנטית שמפחיתה ביטוי גן — פחות MGMT זמין לתקן את הנזק שהתרופה גורמת, ולכן התא מת ביתר קלות. תשובה 1 הפוכה מהמנגנון האמיתי. תשובה 2 שגויה — זה סמן תגובה לטיפול, לא שינוי בממאירות עצמה. תשובה 4 מבלבלת מתילציה עם מוטציה — אלה מנגנונים שונים לגמרי.</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MGMT</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אנזים תיקון DNA (O6-methylguanine-DNA methyltransferase) שמסיר קבוצות מתיל שנוספו ל-DNA.</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תחשבי על MGMT כעל 'צוות תחזוקה' שמתקן נזק בכביש. אם משתיקים את הצוות (מתילציה), הבורות (הנזק מהתרופה) נשארים - והכביש (התא) קורס.</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מתילציה של MGMT היא סמן קליני שימושי כל כך?</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מולקולרי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עם גליומה נמצא נושא מחיקות משולבות בכרומוזומים 1p ו-19q. מה משמעות הממצא?</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מאפיין אוליגודנדרוגליומה, וקשור לתגובה טובה יותר לטיפול ולהישרדות ארוכה יותר</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מעיד על גרורה ממקור חוץ-מוחי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שולל צורך במעקב הדמייתי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מחייב הפסקת טיפול קיים מיידית</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מולקולרי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מאפיין אוליגודנדרוגליומה, וקשור לתגובה טובה יותר לטיפול ולהישרדות ארוכה יותר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מחיקה משולבת ב-1p/19q היא סמן קלאסי לאוליגודנדרוגליומה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קשורה לתגובה טובה יותר לטיפול (כימותרפיה והקרנה)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סמן פרוגנוסטי - הישרדות ממושכת יותר בהשוואה לגידולים בלעדיה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מחיקות 1p/19q משולבות הן סמן גנטי מובהק לאוליגודנדרוגליומה, וקשורות לפרוגנוזה טובה יותר ותגובה טובה יותר לטיפול. שאר התשובות אינן נתמכות - זה לא קשור לגרורות, לא שולל מעקב, ולא מחייב הפסקת טיפול.</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1p/19q co-deletion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מחיקה משולבת של זרועות כרומוזום 1p ו-19q; סמן גנטי אבחנתי ופרוגנוסטי לאוליגודנדרוגליומה.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שני 'חותמות אימות' שמופיעות תמיד ביחד על תעודת הזהות של אוליגודנדרוגליומה - אם שתיהן שם, זה מרמז גם על הזהות וגם על סיכוי טוב יותר.</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לבדוק סמן גנטי ולא להסתפק במראה ההיסטולוגי בלבד?</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הדמיה וניתוח</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נעשה שימוש בהדמיית DTI (diffusion tensor imaging) בתכנון ניתוח לגידול מוח סמוך למסלולים מוטוריים?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כדי לקבוע את דרגת הממאירות ההיסטולוגית של הגידול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כדי למפות מסלולי חומר לבן (כמו המסלול הקורטיקוספינלי) כדי שהמנתח יוכל לעקוף אותם בזמן הכריתה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כדי למדוד את זרימת הדם דרך הגידול</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כדי להחליף לחלוטין את הצורך במיפוי קורטיקלי תוך-ניתוחי</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הדמיה וניתוח</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כדי למפות מסלולי חומר לבן (כמו המסלול הקורטיקוספינלי) כדי שהמנתח יוכל לעקוף אותם בזמן הכריתה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DTI ממפה כיוון תנועת מולקולות מים לאורך סיבי חומר לבן</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כך ניתן להדגים מסלולים תפקודיים קריטיים כמו המסלול הקורטיקוספינלי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המידע משולב בתכנון הניתוח כדי לשמר תפקוד תוך כדי כריתה מקסימלית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DTI מנצל את תנועת מולקולות המים לאורך סיבי עצב כדי לשרטט מסלולי חומר לבן במוח - מידע קריטי לתכנון מסלול כריתה שמימנע פגיעה במסלולים תפקודיים. תשובה 1 מתארת ספקטרוסקופיה, לא DTI. תשובה 3 שגויה. תשובה 4 שגויה - DTI משלים אך לא מחליף מיפוי תוך-ניתוחי בזמן אמת, כי המוח 'זז' (brain shift) במהלך הניתוח.</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DTI</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Diffusion Tensor Imaging - טכניקת MRI שממפה מסלולי חומר לבן על בסיס כיוון דיפוזיית מים.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GPS שמראה לא רק את הכביש הראשי אלא גם את קווי החשמל התת-קרקעיים - כדי לא לחפור בדיוק במקום הלא נכון.</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DTI לבדו לא מספיק ועדיין צריך מיפוי קורטיקלי תוך-ניתוחי?</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טיפול תרופתי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נעשה שימוש בדיסקיות פולימר ביו-דגרדביליות (כמו Gliadel) או במתן מוגבר-הסעה (CED) במקום להסתפק בכימותרפיה תוך-ורידית בלבד?</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כימותרפיה תוך-ורידית אסורה לחלוטין בגידולי מוח</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שיטות אלה זולות משמעותית מכימותרפיה תוך-ורידית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הן מחליפות את הצורך בהקרנות לאחר הניתוח</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מחסום הדם-מוח מגביל את חדירת התרופה מהדם לרקמה, ומתן מקומי עוקף את המחסום ומשיג ריכוז גבוה יותר במקום הנכון</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טיפול תרופתי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כי מחסום הדם-מוח מגביל את חדירת התרופה מהדם לרקמה, ומתן מקומי עוקף את המחסום ומשיג ריכוז גבוה יותר במקום הנכון</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מחסום הדם-מוח חוסם תרופות רבות מלהגיע בריכוז מספק לגידול</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דיסקיות פולימר משחררות תרופה ישירות לחלל הכריתה לאורך זמן</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CED דוחף תרופה ברקמה בעזרת לחץ, ולא רק דיפוזיה פסיבית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מחסום הדם-מוח מגן על המוח מחומרים זרים, כולל תרופות כימותרפיות - כך שגם תרופה יעילה עלולה שלא להגיע בריכוז מספק דרך הדם. משלוח מקומי (דיסקיות או CED) עוקף את המחסום לגמרי. תשובות 1-3 אינן נכונות עובדתית - כימותרפיה IV כן משמשת, השיקול אינו כלכלי, וזה לא מחליף הקרנה.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BBB</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Blood-Brain Barrier - מחסום פיזיולוגי המגן על המוח אך גם מגביל חדירת תרופות רבות.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להשקות עציץ ספציפי ישירות בעציץ עצמו, במקום להשקות את כל הגינה ולקוות שמספיק מים יגיעו לצמח הנכון.</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לא פשוט להעלות את מינון הכימותרפיה התוך-ורידית כדי להתגבר על המחסום?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טיפול ביולוגי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בווסיזומאב (bevacizumab) הוא נוגדן מונוקלונלי המשמש בטיפול בגידולי מוח ממאירים. מהו מנגנון הפעולה שלו?</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חוסם ישירות את שכפול ה-DNA בתאי הגידול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מגרה את המערכת החיסונית לתקוף פפטידים גידוליים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מנטרל את גורם הגדילה VEGF, ובכך מעכב היווצרות כלי דם חדשים לגידול (אנגיוגנזה)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מתקן ישירות מוטציות בגן EGFR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טיפול ביולוגי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מנטרל את גורם הגדילה VEGF, ובכך מעכב היווצרות כלי דם חדשים לגידול (אנגיוגנזה)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VEGF הוא גורם המעודד את הגידול ליצור כלי דם חדשים לעצמו</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בווסיזומאב הוא נוגדן שנקשר ומנטרל VEGF</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התוצאה: פחות אספקת דם לגידול - אסטרטגיה אנטי-אנגיוגנית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בווסיזומאב הוא נוגדן אנטי-VEGF שמנטרל את גורם הגדילה האחראי על אנגיוגנזה (יצירת כלי דם חדשים), ובכך 'מרעיב' את הגידול מאספקת דם. זה שונה ממנגנון כימותרפי ישיר (1), מאימונותרפיה (2, שמתארת חיסון נגד פפטידים), ומעריכה גנטית ישירה (4).</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VEGF</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Vascular Endothelial Growth Factor - גורם גדילה שמעודד יצירת כלי דם חדשים; יעד מרכזי לטיפול אנטי-אנגיוגני.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לעצמך שאת חוסמת את קווי האספקה של צבא במקום להילחם בכל חייל בנפרד - בלי דם וחמצן, הגידול לא יכול להמשיך לצמוח.</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חסימת VEGF נחשבת אסטרטגיה שונה מכימותרפיה קלאסית?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כירורגיה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מהי המטרה הכפולה שאליה שואפת הכירורגיה המודרנית של גידולי מוח לפי הפרק, ואילו טכנולוגיות מאפשרות אותה?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כריתה מקסימלית של הגידול תוך שימור אזורי תפקוד, בעזרת הכוונה הדמיתית, מיפוי קורטיקלי וניתוחים בהכרה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כריתה חלקית בלבד כדי למנוע כל סיכון, תוך הסתמכות על הקרנה כטיפול עיקרי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הימנעות מוחלטת מניתוח במקרים של גידולים סמוכים לאזורי שפה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ניתוח מהיר ככל האפשר ללא שימוש בהדמיה תוך-ניתוחית</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כירורגיה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כריתה מקסימלית של הגידול תוך שימור אזורי תפקוד, בעזרת הכוונה הדמיתית, מיפוי קורטיקלי וניתוחים בהכרה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המטרה: להוציא כמה שיותר מהגידול בלי לפגוע בתפקוד</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הכוונה הדמיתית ו-MRI/CT/אולטרסאונד תוך-ניתוחיים מסייעים לנווט בזמן אמת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מיפוי קורטיקלי וניתוחים בהכרה מאפשרים לבדוק תפקוד תוך כדי הכריתה עצמה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הפרק מדגיש שהמטרה הכירורגית היא כריתה מקסימלית תוך שימור תפקוד - שני יעדים שנראים סותרים ומושגים בשילוב טכנולוגיות הדמיה ומיפוי. תשובות 2-4 סותרות את הגישה המתוארת בפרק, שדווקא מעודדת כריתה נרחבת ובטוחה יותר, לא פחות ניתוח.</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כריתה מקסימלית עם שימור תפקוד</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עיקרון כירורגי מרכזי בנוירו-אונקולוגיה: הוצאת כמה שיותר מרקמת הגידול תוך שמירה על אזורים תפקודיים קריטיים.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לגזור עוגה בדיוק לפי הקו המסומן, כשמישהו עומד לידך וצועק 'עצרי!' ברגע שהסכין מתקרבת לחלק שאסור לפגוע בו.</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לא פשוט לכרות פחות כדי להיות 'בטוחים' יותר?</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מולקולרי וטיפול ממוקד</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גידול נמצא נושא EGFRvIII (צורה קבועה-פעילה של קולטן EGFR) יחד עם שימור תקין של גן PTEN. מה המשמעות הטיפולית?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הגידול עמיד לחלוטין לכל טיפול תרופתי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השילוב חוזה תגובה טובה יותר לתרופה חוסמת EGFR (כמו erlotinib) - דוגמה לטיפול ממוקד לפי חתימה גנטית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יש להימנע מכל הדמיה נוספת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מחייב כריתה כירורגית מיידית ללא הערכה נוספת</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מולקולרי וטיפול ממוקד</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השילוב חוזה תגובה טובה יותר לתרופה חוסמת EGFR (כמו erlotinib) - דוגמה לטיפול ממוקד לפי חתימה גנטית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EGFRvIII היא מוטציה שמשאירה את קולטן EGFR פעיל תמידית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PTEN תקין (גן מדכא גידול) משפיע על יעילות התגובה לחסימת EGFR</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השילוב משמש כסמן חזוי-תגובה לבחירת טיפול ממוקד ספציפי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שילוב EGFRvIII עם PTEN תקין הוא דוגמה קלאסית מהפרק לכך שפרופיל מולקולרי ספציפי חוזה תגובה לתרופה ממוקדת (חוסם EGFR כמו erlotinib) - עיקרון הליבה של 'רפואה מותאמת אישית' באונקולוגיה. שאר התשובות אינן נתמכות בטקסט ואינן הגיוניות קלינית.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EGFRvIII</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צורת מוטציה קבועה-פעילה של קולטן EGFR שגורמת לאיתות תאי בלתי-פוסק המניע צמיחת גידול.</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לעצמך מתג שנתקע במצב 'דלוק' לצמיתות - התא מקבל אות 'המשך לגדול' כל הזמן, גם בלי גירוי חיצוני אמיתי.</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השילוב עם PTEN תקין (ולא רק EGFRvIII לבד) הוא שחוזה תגובה טובה?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MGMT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מתילציה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טמוזולומיד</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1p/19q</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אוליגודנדרוגליומה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פרוגנוזה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DTI</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מסלול קורטיקוספינלי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brain shift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BBB</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Gliadel</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CED</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2026-08-24T12:43:27Z</dcterms:created>
  <dcterms:modified xsi:type="dcterms:W3CDTF">2026-08-24T12:43:27Z</dcterms:modified>
</cp:coreProperties>
</file>