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59552" y="640080"/>
            <a:ext cx="1078992" cy="1078992"/>
          </a:xfrm>
          <a:prstGeom prst="ellipse">
            <a:avLst/>
          </a:prstGeom>
          <a:ln w="381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88152" y="868680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10312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נוירוכירורגיה — כרך 2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פרק 98: תאי גזע של גידולי מוח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Tumor Stem Cells  ·  Youmans Neurological Surgery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594360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כרטיסיות תרגול · שאלה ואז תשובה מלאה בכל כרטיסייה · לסטטיסטיקה חיה השתמשי באפליקציית ה-HTML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הגדרת BTSC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1 מתוך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מהן שלוש התכונות המגדירות תא גזע של גידול מוח (BTSC)?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גודל תא גדול, גרעין כפול, וקצב חלוקה איטי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Self-renewal, יכולת התמיינות לשלוש שושלות עצביות, ו-tumorigenicity in vivo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ביטוי בלעדי של GFAP וחוסר יכולת חלוקה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עמידות לכימותרפיה בלבד, ללא כל תכונה נוספת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הגדרת BTSC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ב) Self-renewal, יכולת התמיינות לשלוש שושלות עצביות, ו-tumorigenicity in vivo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Self-renewal - יכולת להתחלק וליצור עוד תא זהה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 - יכולת להתמיין לנוירונים/אסטרוציטים/אוליגודנדרוציטים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Tumorigenicity in vivo - יצירת גידול חדש בהשתלה בעכברים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(2): BTSC מוגדר פונקציונלית לפי שילוב שלוש התכונות - יכולת התחדשות עצמית, יכולת להתמיין לשלוש שושלות תאי העצבים, ויכולת ליצור גידול חדש בהשתלה בבעלי חיים. תשובות 1, 3 ו-4 אינן מתארות את ההגדרה המקובלת.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BTSC (Brain Tumor Stem Cell)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תת-אוכלוסייה קטנה של תאים בתוך גידול מוח בעלת יכולת self-renewal, התמיינות רב-שושלתית, ותכונות גידוליות בהשתלה.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דמייני מפעל קטן בתוך עיר גדולה (הגידול) - רוב תושבי העיר הם 'עובדים רגילים' (תאי גידול תומכים), אבל רק אנשי המפעל הקטן יודעים לבנות עיר חדשה מאפס במקום אחר.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לא כל תא בגידול יכול להיחשב BTSC?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Neurosphere Assay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2 מתוך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מהו ה-Neurosphere Assay, ומי פיתח אותו?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שיטה שפותחה על ידי Reynolds ו-Weiss, בה מפרקים רקמת מוח לתאים בודדים ומגדלים אותם במדיה עם גורמי גדילה (bFGF, EGF) ליצירת כדורי תאים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שיטת הדמיה בלבד (MRI פונקציונלי) לזיהוי גידולי מוח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בדיקת דם המזהה סמנים גנטיים של BTSC ללא צורך בתרבית תאים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ניתוח היסטולוגי בצביעת המטוקסילין-אאוזין בלבד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Neurosphere Assay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א) שיטה שפותחה על ידי Reynolds ו-Weiss, בה מפרקים רקמת מוח לתאים בודדים ומגדלים אותם במדיה עם גורמי גדילה (bFGF, EGF) ליצירת כדורי תאים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פירוק רקמת מוח לתאים בודדים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גידול בתרבית עם bFGF ו-EGF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יצירת 'נוירוספרות' - כדורי תאים המכילים NSC וצאצאיו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(1): ה-neurosphere assay, שפותח על ידי Reynolds ו-Weiss, הוא הכלי שאיפשר בידוד תאי גזע עצביים מרקמת מוח בוגרת ועוברית in vitro. תשובות 2, 3 ו-4 מתארות שיטות לא רלוונטיות.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Neurosphere Assay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שיטת מעבדה לבידוד ואפיון תאי גזע עצביים על ידי גידול תאים מבודדים בתרבית עם גורמי גדילה עד ליצירת כדורי תאים (נוירוספרות).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דמייני שאתה מפזר זרעים בודדים (תאים) על אדמה פורייה מיוחדת (המדיה עם bFGF/EGF) - רק הזרעים ה'נכונים' (תאי גזע) יצמיחו עצים קטנים (נוירוספרות) שמכילים בתוכם את כל הצאצאים האפשריים.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חשוב לבדוק שוב את יכולת יצירת הנוירוספרות אחרי פירוק ראשוני?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מקור ה-BTSC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3 מתוך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מהי השערת ה-Progenitor Recruitment למקור ה-BTSC?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תאי הגידול נוצרים מהתמרה ישירה של תא בוגר בודד ללא מעורבות תאים נוספים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BTSCs נוצרים אך ורק מהשתלת תאים ממקור חיצוני לגוף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תא יוזם ממקור לא ידוע מפריש גורמי גדילה מקומיים שמגייסים תאי פרוגניטור/NSC שקטים מהסביבה לשגשוג בלתי מבוקר, ויוצר נישת BTSC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התאים בגידול מתחלקים בקצב זהה ללא היררכיה כלשהי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מקור ה-BTSC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ג) תא יוזם ממקור לא ידוע מפריש גורמי גדילה מקומיים שמגייסים תאי פרוגניטור/NSC שקטים מהסביבה לשגשוג בלתי מבוקר, ויוצר נישת BTSC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תא יוזם ממקור לא ידוע מפריש גורמי גדילה מקומיים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מגייס NSCs/פרוגניטורים שקטים מהסביבה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B91C1C">
              <a:alpha val="12000"/>
            </a:srgbClr>
          </a:solidFill>
          <a:ln w="15875">
            <a:solidFill>
              <a:srgbClr val="B91C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יוצר נישת BTSC עם שגשוג בלתי מבוקר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(3): השערת ה-progenitor recruitment שונה מהשתיים האחרות בכך שהיא לא מניחה שה-BTSC 'נהיה' ישירות מתא ספציפי, אלא שתא יוזם מגייס תאים שכנים לשגשוג. תשובות 1, 2 ו-4 אינן מתארות השערה זו.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Progenitor Recruitment Hypothesis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השערה למקור BTSC לפיה תא יוזם מגייס תאי פרוגניטור/NSC שקטים מסביבתו, באמצעות גורמי גדילה מקומיים, ליצירת נישת גידול.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דמייני ראש כנופיה (התא היוזם) שלא מבצע את הפשעים בעצמו, אלא משכנע (באמצעות 'הבטחות' - גורמי גדילה) שכנים שקטים בשכונה (NSCs/פרוגניטורים) להצטרף לפעילות בלתי חוקית.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השערה זו שונה מהותית משתי ההשערות האחרות?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סמנים ביולוגיים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4 מתוך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כמה תאים חיוביים ל-CD133 היו נחוצים כדי ליצור גידול בעכברים חסרי-חיסון, לעומת תאים שליליים?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1,000,000 תאים חיוביים לעומת 100 תאים שליליים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כ-100 תאים חיוביים בלבד, בעוד יותר מ-10 בחזקת 6 (מעל מיליון) תאים שליליים נכשלו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אין הבדל - כל התאים הצליחו ביצירת גידול באותה יעילות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תאים חיוביים לעומת 20 תאים שליליים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סמנים ביולוגיים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ב) כ-100 תאים חיוביים בלבד, בעוד יותר מ-10 בחזקת 6 (מעל מיליון) תאים שליליים נכשלו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כ-100 תאים חיוביים ל-CD133 הספיקו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B91C1C">
              <a:alpha val="12000"/>
            </a:srgbClr>
          </a:solidFill>
          <a:ln w="15875">
            <a:solidFill>
              <a:srgbClr val="B91C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יותר ממיליון תאים שליליים נכשלו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עדות חזקה ל-CD133 כסמן BTSC (אך לא מוחלט)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(2): זהו נתון מפתח שממחיש את העוצמה הגידולית השונה בין שתי האוכלוסיות - פער עצום בין 100 תאים חיוביים ליותר ממיליון תאים שליליים, אם כי מחקרים מאוחרים יותר (Wang ואחרים) הראו שגם תאים שליליים יכולים ליצור גידולים במקרים מסוימים.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CD133 (Prominin-1)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גליקופרוטאין קרומי חמש-מעברי המשמש כסמן לתאי גזע עצביים ול-BTSC, עם ירידה בביטוי עם התמיינות.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דמייני מבחן קבלה למועדון VIP (יצירת גידול) - רק 100 מהמועמדים בעלי 'תג הכניסה' (CD133) הצליחו להיכנס וליצור אירוע, בעוד מיליון מועמדים ללא תג נכשלו כמעט לגמרי.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הנתון הזה כל כך משמעותי מבחינה קלינית?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מסלולים מולקולריים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5 מתוך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מהי תוצאת חסימת מסלול ה-SHH-GLI על ידי Cyclopamine בגליומה/מדולובלסטומה?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הגברת שגשוג התאים ללא כל השפעה על BTSCs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אין כל השפעה - Cyclopamine אינו קשור למסלול SHH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הגברת ביטוי GFAP בתאים בוגרים בלבד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הפחתה משמעותית בשגשוג הגידול, כתוצאה מעיכוב סלקטיבי של מסלול SHH-GLI החיוני לשמירת תכונות תא-גזע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מסלולים מולקולריים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ד) הפחתה משמעותית בשגשוג הגידול, כתוצאה מעיכוב סלקטיבי של מסלול SHH-GLI החיוני לשמירת תכונות תא-גזע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Cyclopamine - אלקלואיד ממקור צמחי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מעכב סלקטיבית את מסלול SHH-GLI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תוצאה: הפחתת שגשוג מדולובלסטומה וגליומה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(4): Cyclopamine מעכב סלקטיבית את מסלול SHH-GLI שמשמר תאי גזע במצב בלתי-מובחן; חסימתו מפחיתה משמעותית את שגשוג הגידול הנשען על BTSCs. תשובות 1, 2 ו-3 אינן מדויקות עובדתית.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SHH-GLI Pathway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מסלול איתות המופעל על ידי Sonic Hedgehog, המפעיל גורמי שעתוק GLI ומשמר תאי גזע עצביים ו-BTSC במצב בלתי-מובחן.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דמייני מתג חשמל ראשי (SHH) שכשהוא דלוק, מדליק שרשרת נורות (GLI) שמאירות חדר שלם (התא) ושומרות אותו 'ער' (בלתי-מובחן). Cyclopamine הוא כמו ניתוק המתג הראשי - החדר נכבה בהדרגה.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עיכוב מסלול אחד יכול להשפיע כל כך הרבה על הגידול כולו?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עמידות טיפולית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6 מתוך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מדוע אוכלוסיית התאים החיוביים ל-CD133 עולה יחסית לאחר הקרנת קסנוגרפטים בעכברים?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כי תאי CD133+ מפעילים ביעילות רבה יותר את נקודת הביקורת של נזק ל-DNA ומתקנים נזק קרינתי טוב יותר מתאי CD133-שליליים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כי הקרינה יוצרת תאי CD133+ חדשים מתאים בריאים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כי הקרינה הורגת אך ורק תאים שליליים ל-DNA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אין באמת שינוי משמעותי, מדובר בטעות מדידה בלבד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עמידות טיפולית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א) כי תאי CD133+ מפעילים ביעילות רבה יותר את נקודת הביקורת של נזק ל-DNA ומתקנים נזק קרינתי טוב יותר מתאי CD133-שליליים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B91C1C">
              <a:alpha val="12000"/>
            </a:srgbClr>
          </a:solidFill>
          <a:ln w="15875">
            <a:solidFill>
              <a:srgbClr val="B91C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תאי CD133+ מפעילים DNA damage checkpoint ביעילות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מתקנים נזק קרינתי טוב יותר מתאים שליליים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תוצאה: אחוזם היחסי עולה לאחר הקרנה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(1): מנגנון עמידות הקרינה של BTSCs מוסבר על ידי הפעלה יעילה יותר של תגובת נזק ה-DNA ותיקון משופר, כך שהם שורדים הקרנה טוב יותר מהאוכלוסייה השלילית - ולכן שיעורם היחסי בגידול השורד עולה. תשובות 2, 3 ו-4 אינן נכונות מנגנונית.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Radioresistance of BTSCs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התופעה שבה תאי BTSC (חיוביים ל-CD133) שורדים הקרנה טוב יותר מתאי גידול רגילים, בשל הפעלה יעילה של תיקון DNA.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דמייני שתי קבוצות עובדים בבניין תחת הפצצה (הקרנה) - קבוצה אחת (CD133+) יש לה מרתף מוגן ומהנדסים שמתקנים נזקים במהירות, בעוד הקבוצה השנייה חסרת הגנה. אחרי ההפצצה, כמעט רק הקבוצה המוגנת נותרה.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תכונה זו כל כך בעייתית קלינית?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היסטוריה של הנוירוגנזה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7 מתוך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מי היה הראשון לערער על התפיסה שהמוח הבוגר אינו מייצר נוירונים חדשים, ובאיזו שנה?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Reynolds ו-Weiss, ב-1992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Singh וקוברקריו, ב-2003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Altman, ב-1962, באמצעות תיוג רדיואקטיבי (tritiated thymidine) של תאים מתחלקים במוח חולדות ילודות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Bruce ו-Van Der Gaag, ב-1953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היסטוריה של הנוירוגנזה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ג) Altman, ב-1962, באמצעות תיוג רדיואקטיבי (tritiated thymidine) של תאים מתחלקים במוח חולדות ילודות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Altman - 1962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שיטה: תיוג עם tritiated thymidine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תוצאה: תאים מתחלקים התמיינו לתאים דמויי-נוירון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(3): Altman היה החוקר הראשון שהראה ב-1962 עדות לנוירוגנזה לאחר הלידה, על ידי מעקב אחר תאים מתחלקים במוח חולדות ילודות. Kaplan ו-Hinds אישרו זאת מאוחר יותר במיקרוסקופ אלקטרונים. תשובות 1, 2 ו-4 מתארות חוקרים אחרים בהקשרים שונים.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Adult Neurogenesis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התהליך שבו נוצרים נוירונים חדשים במוח הבוגר, שהוכח לראשונה על ידי Altman ב-1962.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דמייני שהמדע האמין במשך עשורים ש'המוח לא צומח יותר עצים חדשים אחרי הלידה' - עד שאלטמן, כמו בלש, עקב אחר 'תגיות רדיואקטיביות' על תאים ומצא שעצים חדשים כן צומחים, גם אם לאט.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גילוי זה היה תנאי הכרחי להשערת ה-BTSC?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4864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סיכום הכרטיסיות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097280" y="1463040"/>
            <a:ext cx="999439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BTSC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self-renewal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tumorigenicity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neurosphere assay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Reynolds and Weiss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bFGF/EGF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progenitor recruitment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factors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BTSC niche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CD133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prominin-1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SHH-GLI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630936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maskit101.github.io/summeries-medicine/neurosurgery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2026-09-05T12:47:49Z</dcterms:created>
  <dcterms:modified xsi:type="dcterms:W3CDTF">2026-09-05T12:47:49Z</dcterms:modified>
</cp:coreProperties>
</file>